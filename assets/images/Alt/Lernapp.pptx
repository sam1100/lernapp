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75" r:id="rId2"/>
    <p:sldId id="378" r:id="rId3"/>
    <p:sldId id="379" r:id="rId4"/>
    <p:sldId id="377" r:id="rId5"/>
  </p:sldIdLst>
  <p:sldSz cx="9144000" cy="5143500" type="screen16x9"/>
  <p:notesSz cx="6858000" cy="9144000"/>
  <p:custDataLst>
    <p:tags r:id="rId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s" id="{5D964D4D-B45C-41B8-8D71-E8AD6D248A9E}">
          <p14:sldIdLst>
            <p14:sldId id="375"/>
            <p14:sldId id="378"/>
            <p14:sldId id="379"/>
            <p14:sldId id="377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796" userDrawn="1">
          <p15:clr>
            <a:srgbClr val="A4A3A4"/>
          </p15:clr>
        </p15:guide>
        <p15:guide id="5" orient="horz" pos="1531">
          <p15:clr>
            <a:srgbClr val="A4A3A4"/>
          </p15:clr>
        </p15:guide>
        <p15:guide id="6" orient="horz" pos="2267">
          <p15:clr>
            <a:srgbClr val="A4A3A4"/>
          </p15:clr>
        </p15:guide>
        <p15:guide id="7" orient="horz" pos="3003">
          <p15:clr>
            <a:srgbClr val="A4A3A4"/>
          </p15:clr>
        </p15:guide>
        <p15:guide id="8" orient="horz" pos="395" userDrawn="1">
          <p15:clr>
            <a:srgbClr val="A4A3A4"/>
          </p15:clr>
        </p15:guide>
        <p15:guide id="9" orient="horz" pos="276">
          <p15:clr>
            <a:srgbClr val="A4A3A4"/>
          </p15:clr>
        </p15:guide>
        <p15:guide id="10" orient="horz" pos="3124">
          <p15:clr>
            <a:srgbClr val="A4A3A4"/>
          </p15:clr>
        </p15:guide>
        <p15:guide id="11" pos="117" userDrawn="1">
          <p15:clr>
            <a:srgbClr val="A4A3A4"/>
          </p15:clr>
        </p15:guide>
        <p15:guide id="12" pos="1119" userDrawn="1">
          <p15:clr>
            <a:srgbClr val="A4A3A4"/>
          </p15:clr>
        </p15:guide>
        <p15:guide id="14" pos="1622" userDrawn="1">
          <p15:clr>
            <a:srgbClr val="A4A3A4"/>
          </p15:clr>
        </p15:guide>
        <p15:guide id="15" pos="2124" userDrawn="1">
          <p15:clr>
            <a:srgbClr val="A4A3A4"/>
          </p15:clr>
        </p15:guide>
        <p15:guide id="16" pos="2628" userDrawn="1">
          <p15:clr>
            <a:srgbClr val="A4A3A4"/>
          </p15:clr>
        </p15:guide>
        <p15:guide id="17" pos="3132" userDrawn="1">
          <p15:clr>
            <a:srgbClr val="A4A3A4"/>
          </p15:clr>
        </p15:guide>
        <p15:guide id="18" pos="3635" userDrawn="1">
          <p15:clr>
            <a:srgbClr val="A4A3A4"/>
          </p15:clr>
        </p15:guide>
        <p15:guide id="19" pos="4137" userDrawn="1">
          <p15:clr>
            <a:srgbClr val="A4A3A4"/>
          </p15:clr>
        </p15:guide>
        <p15:guide id="20" pos="4640" userDrawn="1">
          <p15:clr>
            <a:srgbClr val="A4A3A4"/>
          </p15:clr>
        </p15:guide>
        <p15:guide id="21" pos="56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979" autoAdjust="0"/>
  </p:normalViewPr>
  <p:slideViewPr>
    <p:cSldViewPr snapToGrid="0" snapToObjects="1">
      <p:cViewPr varScale="1">
        <p:scale>
          <a:sx n="202" d="100"/>
          <a:sy n="202" d="100"/>
        </p:scale>
        <p:origin x="516" y="738"/>
      </p:cViewPr>
      <p:guideLst>
        <p:guide orient="horz" pos="796"/>
        <p:guide orient="horz" pos="1531"/>
        <p:guide orient="horz" pos="2267"/>
        <p:guide orient="horz" pos="3003"/>
        <p:guide orient="horz" pos="395"/>
        <p:guide orient="horz" pos="276"/>
        <p:guide orient="horz" pos="3124"/>
        <p:guide pos="117"/>
        <p:guide pos="1119"/>
        <p:guide pos="1622"/>
        <p:guide pos="2124"/>
        <p:guide pos="2628"/>
        <p:guide pos="3132"/>
        <p:guide pos="3635"/>
        <p:guide pos="4137"/>
        <p:guide pos="4640"/>
        <p:guide pos="56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" d="2"/>
        <a:sy n="1" d="2"/>
      </p:scale>
      <p:origin x="0" y="0"/>
    </p:cViewPr>
  </p:sorterViewPr>
  <p:notesViewPr>
    <p:cSldViewPr snapToGrid="0" snapToObjects="1">
      <p:cViewPr varScale="1">
        <p:scale>
          <a:sx n="52" d="100"/>
          <a:sy n="52" d="100"/>
        </p:scale>
        <p:origin x="2680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6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 dirty="0"/>
              <a:t>Header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GB" dirty="0"/>
              <a:t>06/12/2016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 err="1"/>
              <a:t>Footer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8F7E6-B01D-4411-A16D-8FD4ACE6345E}" type="slidenum">
              <a:rPr lang="de-DE" smtClean="0"/>
              <a:t>‹Nr.›</a:t>
            </a:fld>
            <a:endParaRPr lang="de-DE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9689189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 dirty="0"/>
              <a:t>Header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404DC9-95FE-4B10-9E99-CB2E445B4BE9}" type="datetimeFigureOut">
              <a:rPr lang="en-GB" smtClean="0"/>
              <a:t>01/01/2026</a:t>
            </a:fld>
            <a:endParaRPr lang="en-GB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033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 dirty="0"/>
              <a:t>Footer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C50E0-3D2F-4919-A698-86375444C62D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8928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58775" indent="-176213" algn="l" defTabSz="914400" rtl="0" eaLnBrk="1" latinLnBrk="0" hangingPunct="1"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41338" indent="-182563" algn="l" defTabSz="914400" rtl="0" eaLnBrk="1" latinLnBrk="0" hangingPunct="1"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15963" indent="-174625" algn="l" defTabSz="914400" rtl="0" eaLnBrk="1" latinLnBrk="0" hangingPunct="1"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898525" indent="-182563" algn="l" defTabSz="914400" rtl="0" eaLnBrk="1" latinLnBrk="0" hangingPunct="1"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8C50E0-3D2F-4919-A698-86375444C62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673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tex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6570880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Headline</a:t>
            </a:r>
          </a:p>
        </p:txBody>
      </p:sp>
      <p:sp>
        <p:nvSpPr>
          <p:cNvPr id="8" name="Datumsplatzhalter 28"/>
          <p:cNvSpPr>
            <a:spLocks noGrp="1"/>
          </p:cNvSpPr>
          <p:nvPr>
            <p:ph type="dt" sz="half" idx="2"/>
          </p:nvPr>
        </p:nvSpPr>
        <p:spPr>
          <a:xfrm>
            <a:off x="2579688" y="5003805"/>
            <a:ext cx="38792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lvl1pPr algn="l">
              <a:defRPr lang="de-DE" sz="600" b="1" smtClean="0">
                <a:solidFill>
                  <a:srgbClr val="000000"/>
                </a:solidFill>
              </a:defRPr>
            </a:lvl1pPr>
          </a:lstStyle>
          <a:p>
            <a:pPr defTabSz="685800"/>
            <a:fld id="{F083F41A-041A-4006-B4DB-57C47C38AE86}" type="datetime1">
              <a:rPr lang="en-GB" smtClean="0"/>
              <a:t>01/01/2026</a:t>
            </a:fld>
            <a:endParaRPr lang="en-GB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978102" y="1031671"/>
            <a:ext cx="7191375" cy="1166473"/>
          </a:xfrm>
        </p:spPr>
        <p:txBody>
          <a:bodyPr>
            <a:no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371850" y="86336"/>
            <a:ext cx="720000" cy="2492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600" b="1">
                <a:solidFill>
                  <a:schemeClr val="bg1"/>
                </a:solidFill>
              </a:defRPr>
            </a:lvl1pPr>
            <a:lvl2pPr marL="177800" indent="0">
              <a:buNone/>
              <a:defRPr sz="600" b="1">
                <a:solidFill>
                  <a:schemeClr val="accent1"/>
                </a:solidFill>
              </a:defRPr>
            </a:lvl2pPr>
            <a:lvl3pPr marL="361950" indent="0">
              <a:buNone/>
              <a:defRPr sz="600" b="1">
                <a:solidFill>
                  <a:schemeClr val="accent1"/>
                </a:solidFill>
              </a:defRPr>
            </a:lvl3pPr>
            <a:lvl4pPr marL="539750" indent="0">
              <a:buNone/>
              <a:defRPr sz="600" b="1">
                <a:solidFill>
                  <a:schemeClr val="accent1"/>
                </a:solidFill>
              </a:defRPr>
            </a:lvl4pPr>
            <a:lvl5pPr marL="717550" indent="0">
              <a:buNone/>
              <a:defRPr sz="6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Type here if </a:t>
            </a:r>
          </a:p>
          <a:p>
            <a:pPr lvl="0"/>
            <a:r>
              <a:rPr lang="en-US" dirty="0"/>
              <a:t>add info needed </a:t>
            </a:r>
          </a:p>
          <a:p>
            <a:pPr lvl="0"/>
            <a:r>
              <a:rPr lang="en-US" dirty="0"/>
              <a:t>for this slide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870CD05-EA9F-401C-916E-99B020B205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Type here if  add info needed  for every slide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5530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Objekt 30" hidden="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273864166"/>
              </p:ext>
            </p:ext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uppieren 9"/>
          <p:cNvGrpSpPr/>
          <p:nvPr/>
        </p:nvGrpSpPr>
        <p:grpSpPr>
          <a:xfrm>
            <a:off x="2574725" y="-463828"/>
            <a:ext cx="796922" cy="428109"/>
            <a:chOff x="2574725" y="-463828"/>
            <a:chExt cx="796922" cy="428109"/>
          </a:xfrm>
        </p:grpSpPr>
        <p:sp>
          <p:nvSpPr>
            <p:cNvPr id="85" name="Rechteck 84"/>
            <p:cNvSpPr/>
            <p:nvPr/>
          </p:nvSpPr>
          <p:spPr>
            <a:xfrm>
              <a:off x="2574725" y="-463828"/>
              <a:ext cx="796922" cy="349528"/>
            </a:xfrm>
            <a:prstGeom prst="rect">
              <a:avLst/>
            </a:prstGeom>
            <a:solidFill>
              <a:srgbClr val="FF68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08000" rIns="36000" bIns="108000" rtlCol="0" anchor="ctr"/>
            <a:lstStyle/>
            <a:p>
              <a:pPr algn="ctr">
                <a:lnSpc>
                  <a:spcPct val="90000"/>
                </a:lnSpc>
              </a:pPr>
              <a:r>
                <a:rPr lang="en-GB" sz="800" dirty="0">
                  <a:solidFill>
                    <a:schemeClr val="bg1"/>
                  </a:solidFill>
                </a:rPr>
                <a:t>Optional</a:t>
              </a:r>
              <a:br>
                <a:rPr lang="en-GB" sz="800" dirty="0">
                  <a:solidFill>
                    <a:schemeClr val="bg1"/>
                  </a:solidFill>
                </a:rPr>
              </a:br>
              <a:r>
                <a:rPr lang="en-GB" sz="600" dirty="0">
                  <a:solidFill>
                    <a:schemeClr val="bg1"/>
                  </a:solidFill>
                </a:rPr>
                <a:t>(works like a footer, description</a:t>
              </a:r>
              <a:r>
                <a:rPr lang="en-GB" sz="600" baseline="0" dirty="0">
                  <a:solidFill>
                    <a:schemeClr val="bg1"/>
                  </a:solidFill>
                </a:rPr>
                <a:t> slide 6</a:t>
              </a:r>
              <a:r>
                <a:rPr lang="en-GB" sz="600" dirty="0">
                  <a:solidFill>
                    <a:schemeClr val="bg1"/>
                  </a:solidFill>
                </a:rPr>
                <a:t>)</a:t>
              </a:r>
            </a:p>
          </p:txBody>
        </p:sp>
        <p:sp>
          <p:nvSpPr>
            <p:cNvPr id="4" name="Gleichschenkliges Dreieck 3"/>
            <p:cNvSpPr/>
            <p:nvPr userDrawn="1"/>
          </p:nvSpPr>
          <p:spPr>
            <a:xfrm rot="10800000">
              <a:off x="2900558" y="-114300"/>
              <a:ext cx="145256" cy="78581"/>
            </a:xfrm>
            <a:prstGeom prst="triangle">
              <a:avLst/>
            </a:prstGeom>
            <a:solidFill>
              <a:srgbClr val="FF68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de-DE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uppieren 7"/>
          <p:cNvGrpSpPr/>
          <p:nvPr/>
        </p:nvGrpSpPr>
        <p:grpSpPr>
          <a:xfrm>
            <a:off x="3375028" y="-463828"/>
            <a:ext cx="796922" cy="428109"/>
            <a:chOff x="3375028" y="-463828"/>
            <a:chExt cx="796922" cy="428109"/>
          </a:xfrm>
        </p:grpSpPr>
        <p:sp>
          <p:nvSpPr>
            <p:cNvPr id="86" name="Rechteck 85"/>
            <p:cNvSpPr/>
            <p:nvPr/>
          </p:nvSpPr>
          <p:spPr>
            <a:xfrm>
              <a:off x="3375028" y="-463828"/>
              <a:ext cx="796922" cy="34952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08000" rIns="36000" bIns="108000" rtlCol="0" anchor="ctr"/>
            <a:lstStyle/>
            <a:p>
              <a:pPr algn="ctr">
                <a:lnSpc>
                  <a:spcPct val="90000"/>
                </a:lnSpc>
              </a:pPr>
              <a:r>
                <a:rPr lang="en-GB" sz="800" dirty="0">
                  <a:solidFill>
                    <a:schemeClr val="tx1"/>
                  </a:solidFill>
                </a:rPr>
                <a:t>Optional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600" dirty="0">
                  <a:solidFill>
                    <a:schemeClr val="tx1"/>
                  </a:solidFill>
                </a:rPr>
                <a:t>(if there is no [3] this moves to the left)</a:t>
              </a:r>
            </a:p>
          </p:txBody>
        </p:sp>
        <p:sp>
          <p:nvSpPr>
            <p:cNvPr id="87" name="Gleichschenkliges Dreieck 86"/>
            <p:cNvSpPr/>
            <p:nvPr userDrawn="1"/>
          </p:nvSpPr>
          <p:spPr>
            <a:xfrm rot="10800000">
              <a:off x="3700861" y="-114300"/>
              <a:ext cx="145256" cy="78581"/>
            </a:xfrm>
            <a:prstGeom prst="triangl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de-DE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uppieren 10"/>
          <p:cNvGrpSpPr/>
          <p:nvPr/>
        </p:nvGrpSpPr>
        <p:grpSpPr>
          <a:xfrm>
            <a:off x="1776414" y="-463828"/>
            <a:ext cx="798310" cy="428109"/>
            <a:chOff x="1776414" y="-463828"/>
            <a:chExt cx="798310" cy="428109"/>
          </a:xfrm>
        </p:grpSpPr>
        <p:sp>
          <p:nvSpPr>
            <p:cNvPr id="84" name="Rechteck 83"/>
            <p:cNvSpPr/>
            <p:nvPr/>
          </p:nvSpPr>
          <p:spPr>
            <a:xfrm>
              <a:off x="1776414" y="-463828"/>
              <a:ext cx="798310" cy="34952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08000" rIns="36000" bIns="108000" rtlCol="0" anchor="ctr"/>
            <a:lstStyle/>
            <a:p>
              <a:pPr algn="ctr">
                <a:lnSpc>
                  <a:spcPct val="90000"/>
                </a:lnSpc>
              </a:pPr>
              <a:r>
                <a:rPr lang="en-GB" sz="800" dirty="0">
                  <a:solidFill>
                    <a:schemeClr val="tx1"/>
                  </a:solidFill>
                </a:rPr>
                <a:t>Withdrawn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600" dirty="0">
                  <a:solidFill>
                    <a:schemeClr val="tx1"/>
                  </a:solidFill>
                </a:rPr>
                <a:t>(only if necessary, via the master view)</a:t>
              </a:r>
            </a:p>
          </p:txBody>
        </p:sp>
        <p:sp>
          <p:nvSpPr>
            <p:cNvPr id="88" name="Gleichschenkliges Dreieck 87"/>
            <p:cNvSpPr/>
            <p:nvPr userDrawn="1"/>
          </p:nvSpPr>
          <p:spPr>
            <a:xfrm rot="10800000">
              <a:off x="2102941" y="-114300"/>
              <a:ext cx="145256" cy="78581"/>
            </a:xfrm>
            <a:prstGeom prst="triangl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de-DE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uppieren 4"/>
          <p:cNvGrpSpPr/>
          <p:nvPr/>
        </p:nvGrpSpPr>
        <p:grpSpPr>
          <a:xfrm>
            <a:off x="977900" y="-463828"/>
            <a:ext cx="799901" cy="428109"/>
            <a:chOff x="977900" y="-463828"/>
            <a:chExt cx="799901" cy="428109"/>
          </a:xfrm>
        </p:grpSpPr>
        <p:sp>
          <p:nvSpPr>
            <p:cNvPr id="70" name="Rechteck 69"/>
            <p:cNvSpPr/>
            <p:nvPr/>
          </p:nvSpPr>
          <p:spPr>
            <a:xfrm>
              <a:off x="977900" y="-463828"/>
              <a:ext cx="799901" cy="349528"/>
            </a:xfrm>
            <a:prstGeom prst="rect">
              <a:avLst/>
            </a:prstGeom>
            <a:solidFill>
              <a:srgbClr val="FF68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08000" rIns="36000" bIns="108000" rtlCol="0" anchor="ctr"/>
            <a:lstStyle/>
            <a:p>
              <a:pPr algn="ctr">
                <a:lnSpc>
                  <a:spcPct val="90000"/>
                </a:lnSpc>
              </a:pPr>
              <a:r>
                <a:rPr lang="en-GB" sz="800" b="1" dirty="0">
                  <a:solidFill>
                    <a:schemeClr val="bg1"/>
                  </a:solidFill>
                </a:rPr>
                <a:t>Mandatory</a:t>
              </a:r>
              <a:br>
                <a:rPr lang="en-GB" sz="800" dirty="0">
                  <a:solidFill>
                    <a:schemeClr val="bg1"/>
                  </a:solidFill>
                </a:rPr>
              </a:br>
              <a:r>
                <a:rPr lang="en-GB" sz="600" dirty="0">
                  <a:solidFill>
                    <a:prstClr val="white"/>
                  </a:solidFill>
                </a:rPr>
                <a:t>(</a:t>
              </a:r>
              <a:r>
                <a:rPr lang="en-US" sz="600" dirty="0">
                  <a:solidFill>
                    <a:prstClr val="white"/>
                  </a:solidFill>
                </a:rPr>
                <a:t>do not delete or change it</a:t>
              </a:r>
              <a:r>
                <a:rPr lang="en-GB" sz="600" baseline="0" dirty="0">
                  <a:solidFill>
                    <a:prstClr val="white"/>
                  </a:solidFill>
                </a:rPr>
                <a:t>!</a:t>
              </a:r>
              <a:r>
                <a:rPr lang="en-GB" sz="600" dirty="0">
                  <a:solidFill>
                    <a:prstClr val="white"/>
                  </a:solidFill>
                </a:rPr>
                <a:t>)</a:t>
              </a:r>
              <a:endParaRPr lang="en-GB" sz="800" dirty="0">
                <a:solidFill>
                  <a:schemeClr val="bg1"/>
                </a:solidFill>
              </a:endParaRPr>
            </a:p>
          </p:txBody>
        </p:sp>
        <p:sp>
          <p:nvSpPr>
            <p:cNvPr id="89" name="Gleichschenkliges Dreieck 88"/>
            <p:cNvSpPr/>
            <p:nvPr userDrawn="1"/>
          </p:nvSpPr>
          <p:spPr>
            <a:xfrm rot="10800000">
              <a:off x="1305222" y="-114300"/>
              <a:ext cx="145256" cy="78581"/>
            </a:xfrm>
            <a:prstGeom prst="triangle">
              <a:avLst/>
            </a:prstGeom>
            <a:solidFill>
              <a:srgbClr val="FF68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de-DE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Rechteck 5"/>
          <p:cNvSpPr/>
          <p:nvPr/>
        </p:nvSpPr>
        <p:spPr>
          <a:xfrm>
            <a:off x="188912" y="441325"/>
            <a:ext cx="8772525" cy="4519613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 eaLnBrk="1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6" name="Textfeld 26"/>
          <p:cNvSpPr txBox="1">
            <a:spLocks noChangeArrowheads="1"/>
          </p:cNvSpPr>
          <p:nvPr/>
        </p:nvSpPr>
        <p:spPr bwMode="gray">
          <a:xfrm>
            <a:off x="8273941" y="5003805"/>
            <a:ext cx="158698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l" defTabSz="685800"/>
            <a:fld id="{7D6EB20D-04D2-4A2D-94DA-2F197CC5CE85}" type="slidenum">
              <a:rPr lang="en-GB" sz="600" b="1" noProof="0" smtClean="0">
                <a:solidFill>
                  <a:schemeClr val="tx1"/>
                </a:solidFill>
              </a:rPr>
              <a:pPr algn="l" defTabSz="685800"/>
              <a:t>‹Nr.›</a:t>
            </a:fld>
            <a:endParaRPr lang="en-GB" sz="600" b="1" noProof="0" dirty="0">
              <a:solidFill>
                <a:schemeClr val="tx1"/>
              </a:solidFill>
            </a:endParaRPr>
          </a:p>
        </p:txBody>
      </p:sp>
      <p:sp>
        <p:nvSpPr>
          <p:cNvPr id="29" name="Datumsplatzhalter 28"/>
          <p:cNvSpPr>
            <a:spLocks noGrp="1"/>
          </p:cNvSpPr>
          <p:nvPr>
            <p:ph type="dt" sz="half" idx="2"/>
          </p:nvPr>
        </p:nvSpPr>
        <p:spPr>
          <a:xfrm>
            <a:off x="2579688" y="5003805"/>
            <a:ext cx="38792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lvl1pPr algn="l">
              <a:defRPr lang="de-DE" sz="600" b="1" smtClean="0">
                <a:solidFill>
                  <a:srgbClr val="000000"/>
                </a:solidFill>
              </a:defRPr>
            </a:lvl1pPr>
          </a:lstStyle>
          <a:p>
            <a:pPr defTabSz="685800"/>
            <a:fld id="{6AF7D81C-430C-43B3-B8AC-A6470F52D91E}" type="datetime1">
              <a:rPr lang="en-GB" smtClean="0"/>
              <a:t>01/01/2026</a:t>
            </a:fld>
            <a:endParaRPr lang="en-GB" dirty="0"/>
          </a:p>
        </p:txBody>
      </p:sp>
      <p:sp>
        <p:nvSpPr>
          <p:cNvPr id="32" name="Titelplatzhalter 31"/>
          <p:cNvSpPr>
            <a:spLocks noGrp="1"/>
          </p:cNvSpPr>
          <p:nvPr>
            <p:ph type="title"/>
          </p:nvPr>
        </p:nvSpPr>
        <p:spPr>
          <a:xfrm>
            <a:off x="978102" y="630238"/>
            <a:ext cx="7185713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dirty="0"/>
              <a:t>Headline</a:t>
            </a:r>
          </a:p>
        </p:txBody>
      </p:sp>
      <p:grpSp>
        <p:nvGrpSpPr>
          <p:cNvPr id="7" name="Gruppieren 6"/>
          <p:cNvGrpSpPr>
            <a:grpSpLocks/>
          </p:cNvGrpSpPr>
          <p:nvPr/>
        </p:nvGrpSpPr>
        <p:grpSpPr>
          <a:xfrm>
            <a:off x="7767501" y="106363"/>
            <a:ext cx="1193937" cy="221456"/>
            <a:chOff x="8174038" y="147638"/>
            <a:chExt cx="787400" cy="146050"/>
          </a:xfrm>
        </p:grpSpPr>
        <p:sp>
          <p:nvSpPr>
            <p:cNvPr id="30" name="AutoShape 89"/>
            <p:cNvSpPr>
              <a:spLocks noChangeAspect="1" noChangeArrowheads="1" noTextEdit="1"/>
            </p:cNvSpPr>
            <p:nvPr userDrawn="1"/>
          </p:nvSpPr>
          <p:spPr bwMode="auto">
            <a:xfrm>
              <a:off x="8174038" y="147638"/>
              <a:ext cx="787400" cy="146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dirty="0"/>
            </a:p>
          </p:txBody>
        </p:sp>
        <p:sp>
          <p:nvSpPr>
            <p:cNvPr id="33" name="Rectangle 91"/>
            <p:cNvSpPr>
              <a:spLocks noChangeArrowheads="1"/>
            </p:cNvSpPr>
            <p:nvPr userDrawn="1"/>
          </p:nvSpPr>
          <p:spPr bwMode="auto">
            <a:xfrm>
              <a:off x="8174038" y="147638"/>
              <a:ext cx="787400" cy="146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dirty="0"/>
            </a:p>
          </p:txBody>
        </p:sp>
        <p:sp>
          <p:nvSpPr>
            <p:cNvPr id="59" name="Rectangle 92"/>
            <p:cNvSpPr>
              <a:spLocks noChangeArrowheads="1"/>
            </p:cNvSpPr>
            <p:nvPr userDrawn="1"/>
          </p:nvSpPr>
          <p:spPr bwMode="auto">
            <a:xfrm>
              <a:off x="8855076" y="187326"/>
              <a:ext cx="68263" cy="666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dirty="0"/>
            </a:p>
          </p:txBody>
        </p:sp>
        <p:sp>
          <p:nvSpPr>
            <p:cNvPr id="60" name="Freeform 93"/>
            <p:cNvSpPr>
              <a:spLocks/>
            </p:cNvSpPr>
            <p:nvPr userDrawn="1"/>
          </p:nvSpPr>
          <p:spPr bwMode="auto">
            <a:xfrm>
              <a:off x="8621713" y="185738"/>
              <a:ext cx="65088" cy="69850"/>
            </a:xfrm>
            <a:custGeom>
              <a:avLst/>
              <a:gdLst>
                <a:gd name="T0" fmla="*/ 21 w 40"/>
                <a:gd name="T1" fmla="*/ 18 h 44"/>
                <a:gd name="T2" fmla="*/ 21 w 40"/>
                <a:gd name="T3" fmla="*/ 26 h 44"/>
                <a:gd name="T4" fmla="*/ 31 w 40"/>
                <a:gd name="T5" fmla="*/ 26 h 44"/>
                <a:gd name="T6" fmla="*/ 31 w 40"/>
                <a:gd name="T7" fmla="*/ 33 h 44"/>
                <a:gd name="T8" fmla="*/ 22 w 40"/>
                <a:gd name="T9" fmla="*/ 36 h 44"/>
                <a:gd name="T10" fmla="*/ 8 w 40"/>
                <a:gd name="T11" fmla="*/ 22 h 44"/>
                <a:gd name="T12" fmla="*/ 22 w 40"/>
                <a:gd name="T13" fmla="*/ 8 h 44"/>
                <a:gd name="T14" fmla="*/ 33 w 40"/>
                <a:gd name="T15" fmla="*/ 12 h 44"/>
                <a:gd name="T16" fmla="*/ 33 w 40"/>
                <a:gd name="T17" fmla="*/ 12 h 44"/>
                <a:gd name="T18" fmla="*/ 39 w 40"/>
                <a:gd name="T19" fmla="*/ 7 h 44"/>
                <a:gd name="T20" fmla="*/ 38 w 40"/>
                <a:gd name="T21" fmla="*/ 7 h 44"/>
                <a:gd name="T22" fmla="*/ 22 w 40"/>
                <a:gd name="T23" fmla="*/ 0 h 44"/>
                <a:gd name="T24" fmla="*/ 0 w 40"/>
                <a:gd name="T25" fmla="*/ 22 h 44"/>
                <a:gd name="T26" fmla="*/ 22 w 40"/>
                <a:gd name="T27" fmla="*/ 44 h 44"/>
                <a:gd name="T28" fmla="*/ 40 w 40"/>
                <a:gd name="T29" fmla="*/ 36 h 44"/>
                <a:gd name="T30" fmla="*/ 40 w 40"/>
                <a:gd name="T31" fmla="*/ 35 h 44"/>
                <a:gd name="T32" fmla="*/ 40 w 40"/>
                <a:gd name="T33" fmla="*/ 18 h 44"/>
                <a:gd name="T34" fmla="*/ 21 w 40"/>
                <a:gd name="T35" fmla="*/ 1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" h="44">
                  <a:moveTo>
                    <a:pt x="21" y="18"/>
                  </a:moveTo>
                  <a:cubicBezTo>
                    <a:pt x="21" y="26"/>
                    <a:pt x="21" y="26"/>
                    <a:pt x="2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29" y="35"/>
                    <a:pt x="26" y="36"/>
                    <a:pt x="22" y="36"/>
                  </a:cubicBezTo>
                  <a:cubicBezTo>
                    <a:pt x="14" y="36"/>
                    <a:pt x="8" y="31"/>
                    <a:pt x="8" y="22"/>
                  </a:cubicBezTo>
                  <a:cubicBezTo>
                    <a:pt x="8" y="13"/>
                    <a:pt x="14" y="8"/>
                    <a:pt x="22" y="8"/>
                  </a:cubicBezTo>
                  <a:cubicBezTo>
                    <a:pt x="26" y="8"/>
                    <a:pt x="30" y="9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4" y="3"/>
                    <a:pt x="29" y="0"/>
                    <a:pt x="22" y="0"/>
                  </a:cubicBezTo>
                  <a:cubicBezTo>
                    <a:pt x="9" y="0"/>
                    <a:pt x="0" y="9"/>
                    <a:pt x="0" y="22"/>
                  </a:cubicBezTo>
                  <a:cubicBezTo>
                    <a:pt x="0" y="35"/>
                    <a:pt x="9" y="44"/>
                    <a:pt x="22" y="44"/>
                  </a:cubicBezTo>
                  <a:cubicBezTo>
                    <a:pt x="29" y="44"/>
                    <a:pt x="36" y="41"/>
                    <a:pt x="40" y="36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0" y="18"/>
                    <a:pt x="40" y="18"/>
                    <a:pt x="40" y="18"/>
                  </a:cubicBezTo>
                  <a:lnTo>
                    <a:pt x="21" y="1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dirty="0"/>
            </a:p>
          </p:txBody>
        </p:sp>
        <p:sp>
          <p:nvSpPr>
            <p:cNvPr id="61" name="Freeform 94"/>
            <p:cNvSpPr>
              <a:spLocks/>
            </p:cNvSpPr>
            <p:nvPr userDrawn="1"/>
          </p:nvSpPr>
          <p:spPr bwMode="auto">
            <a:xfrm>
              <a:off x="8702676" y="187326"/>
              <a:ext cx="50800" cy="66675"/>
            </a:xfrm>
            <a:custGeom>
              <a:avLst/>
              <a:gdLst>
                <a:gd name="T0" fmla="*/ 32 w 32"/>
                <a:gd name="T1" fmla="*/ 8 h 42"/>
                <a:gd name="T2" fmla="*/ 32 w 32"/>
                <a:gd name="T3" fmla="*/ 0 h 42"/>
                <a:gd name="T4" fmla="*/ 0 w 32"/>
                <a:gd name="T5" fmla="*/ 0 h 42"/>
                <a:gd name="T6" fmla="*/ 0 w 32"/>
                <a:gd name="T7" fmla="*/ 42 h 42"/>
                <a:gd name="T8" fmla="*/ 9 w 32"/>
                <a:gd name="T9" fmla="*/ 42 h 42"/>
                <a:gd name="T10" fmla="*/ 9 w 32"/>
                <a:gd name="T11" fmla="*/ 25 h 42"/>
                <a:gd name="T12" fmla="*/ 31 w 32"/>
                <a:gd name="T13" fmla="*/ 25 h 42"/>
                <a:gd name="T14" fmla="*/ 31 w 32"/>
                <a:gd name="T15" fmla="*/ 18 h 42"/>
                <a:gd name="T16" fmla="*/ 9 w 32"/>
                <a:gd name="T17" fmla="*/ 18 h 42"/>
                <a:gd name="T18" fmla="*/ 9 w 32"/>
                <a:gd name="T19" fmla="*/ 8 h 42"/>
                <a:gd name="T20" fmla="*/ 32 w 32"/>
                <a:gd name="T21" fmla="*/ 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42">
                  <a:moveTo>
                    <a:pt x="32" y="8"/>
                  </a:moveTo>
                  <a:lnTo>
                    <a:pt x="32" y="0"/>
                  </a:lnTo>
                  <a:lnTo>
                    <a:pt x="0" y="0"/>
                  </a:lnTo>
                  <a:lnTo>
                    <a:pt x="0" y="42"/>
                  </a:lnTo>
                  <a:lnTo>
                    <a:pt x="9" y="42"/>
                  </a:lnTo>
                  <a:lnTo>
                    <a:pt x="9" y="25"/>
                  </a:lnTo>
                  <a:lnTo>
                    <a:pt x="31" y="25"/>
                  </a:lnTo>
                  <a:lnTo>
                    <a:pt x="31" y="18"/>
                  </a:lnTo>
                  <a:lnTo>
                    <a:pt x="9" y="18"/>
                  </a:lnTo>
                  <a:lnTo>
                    <a:pt x="9" y="8"/>
                  </a:lnTo>
                  <a:lnTo>
                    <a:pt x="32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dirty="0"/>
            </a:p>
          </p:txBody>
        </p:sp>
        <p:sp>
          <p:nvSpPr>
            <p:cNvPr id="62" name="Freeform 95"/>
            <p:cNvSpPr>
              <a:spLocks/>
            </p:cNvSpPr>
            <p:nvPr userDrawn="1"/>
          </p:nvSpPr>
          <p:spPr bwMode="auto">
            <a:xfrm>
              <a:off x="8761413" y="187326"/>
              <a:ext cx="50800" cy="66675"/>
            </a:xfrm>
            <a:custGeom>
              <a:avLst/>
              <a:gdLst>
                <a:gd name="T0" fmla="*/ 0 w 32"/>
                <a:gd name="T1" fmla="*/ 0 h 42"/>
                <a:gd name="T2" fmla="*/ 0 w 32"/>
                <a:gd name="T3" fmla="*/ 8 h 42"/>
                <a:gd name="T4" fmla="*/ 11 w 32"/>
                <a:gd name="T5" fmla="*/ 8 h 42"/>
                <a:gd name="T6" fmla="*/ 11 w 32"/>
                <a:gd name="T7" fmla="*/ 42 h 42"/>
                <a:gd name="T8" fmla="*/ 20 w 32"/>
                <a:gd name="T9" fmla="*/ 42 h 42"/>
                <a:gd name="T10" fmla="*/ 20 w 32"/>
                <a:gd name="T11" fmla="*/ 8 h 42"/>
                <a:gd name="T12" fmla="*/ 32 w 32"/>
                <a:gd name="T13" fmla="*/ 8 h 42"/>
                <a:gd name="T14" fmla="*/ 32 w 32"/>
                <a:gd name="T15" fmla="*/ 0 h 42"/>
                <a:gd name="T16" fmla="*/ 0 w 32"/>
                <a:gd name="T1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42">
                  <a:moveTo>
                    <a:pt x="0" y="0"/>
                  </a:moveTo>
                  <a:lnTo>
                    <a:pt x="0" y="8"/>
                  </a:lnTo>
                  <a:lnTo>
                    <a:pt x="11" y="8"/>
                  </a:lnTo>
                  <a:lnTo>
                    <a:pt x="11" y="42"/>
                  </a:lnTo>
                  <a:lnTo>
                    <a:pt x="20" y="42"/>
                  </a:lnTo>
                  <a:lnTo>
                    <a:pt x="20" y="8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dirty="0"/>
            </a:p>
          </p:txBody>
        </p:sp>
      </p:grpSp>
      <p:sp>
        <p:nvSpPr>
          <p:cNvPr id="63" name="Rectangle 92"/>
          <p:cNvSpPr>
            <a:spLocks noChangeArrowheads="1"/>
          </p:cNvSpPr>
          <p:nvPr/>
        </p:nvSpPr>
        <p:spPr bwMode="auto">
          <a:xfrm>
            <a:off x="8169275" y="5016634"/>
            <a:ext cx="68263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7" name="Textplatzhalter 66"/>
          <p:cNvSpPr>
            <a:spLocks noGrp="1"/>
          </p:cNvSpPr>
          <p:nvPr>
            <p:ph type="body" idx="1"/>
          </p:nvPr>
        </p:nvSpPr>
        <p:spPr>
          <a:xfrm>
            <a:off x="978102" y="1034146"/>
            <a:ext cx="7185713" cy="76944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8" name="Textfeld 63"/>
          <p:cNvSpPr txBox="1">
            <a:spLocks/>
          </p:cNvSpPr>
          <p:nvPr/>
        </p:nvSpPr>
        <p:spPr>
          <a:xfrm>
            <a:off x="982663" y="92442"/>
            <a:ext cx="798311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1" dirty="0">
                <a:solidFill>
                  <a:schemeClr val="accent1"/>
                </a:solidFill>
              </a:rPr>
              <a:t>Shaping the </a:t>
            </a:r>
            <a:br>
              <a:rPr lang="en-GB" sz="600" b="1" dirty="0">
                <a:solidFill>
                  <a:schemeClr val="accent1"/>
                </a:solidFill>
              </a:rPr>
            </a:br>
            <a:r>
              <a:rPr lang="en-GB" sz="600" b="1" dirty="0">
                <a:solidFill>
                  <a:schemeClr val="accent1"/>
                </a:solidFill>
              </a:rPr>
              <a:t>future of digital </a:t>
            </a:r>
            <a:br>
              <a:rPr lang="en-GB" sz="600" b="1" dirty="0">
                <a:solidFill>
                  <a:schemeClr val="accent1"/>
                </a:solidFill>
              </a:rPr>
            </a:br>
            <a:r>
              <a:rPr lang="en-GB" sz="600" b="1" dirty="0">
                <a:solidFill>
                  <a:schemeClr val="accent1"/>
                </a:solidFill>
              </a:rPr>
              <a:t>business</a:t>
            </a:r>
          </a:p>
        </p:txBody>
      </p:sp>
      <p:sp>
        <p:nvSpPr>
          <p:cNvPr id="64" name="Textfeld 63"/>
          <p:cNvSpPr txBox="1">
            <a:spLocks/>
          </p:cNvSpPr>
          <p:nvPr/>
        </p:nvSpPr>
        <p:spPr>
          <a:xfrm>
            <a:off x="1781377" y="92442"/>
            <a:ext cx="720523" cy="2492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9A6E01A2-ABAF-4729-B8DB-48B800C760EC}"/>
              </a:ext>
            </a:extLst>
          </p:cNvPr>
          <p:cNvGrpSpPr/>
          <p:nvPr userDrawn="1"/>
        </p:nvGrpSpPr>
        <p:grpSpPr>
          <a:xfrm>
            <a:off x="-275113" y="-292561"/>
            <a:ext cx="9702165" cy="5750386"/>
            <a:chOff x="-275113" y="-292561"/>
            <a:chExt cx="9702165" cy="5750386"/>
          </a:xfrm>
        </p:grpSpPr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9B9652E7-9F72-41B2-9A39-A7644385114A}"/>
                </a:ext>
              </a:extLst>
            </p:cNvPr>
            <p:cNvGrpSpPr/>
            <p:nvPr userDrawn="1"/>
          </p:nvGrpSpPr>
          <p:grpSpPr>
            <a:xfrm>
              <a:off x="186532" y="5290185"/>
              <a:ext cx="8772525" cy="167640"/>
              <a:chOff x="186532" y="-281940"/>
              <a:chExt cx="8772525" cy="708660"/>
            </a:xfrm>
          </p:grpSpPr>
          <p:cxnSp>
            <p:nvCxnSpPr>
              <p:cNvPr id="132" name="Gerade Verbindung 45">
                <a:extLst>
                  <a:ext uri="{FF2B5EF4-FFF2-40B4-BE49-F238E27FC236}">
                    <a16:creationId xmlns:a16="http://schemas.microsoft.com/office/drawing/2014/main" id="{76B4B403-0A0F-4826-80F4-BB2E6AB0AD72}"/>
                  </a:ext>
                </a:extLst>
              </p:cNvPr>
              <p:cNvCxnSpPr/>
              <p:nvPr userDrawn="1"/>
            </p:nvCxnSpPr>
            <p:spPr bwMode="gray">
              <a:xfrm>
                <a:off x="978103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Gerade Verbindung 46">
                <a:extLst>
                  <a:ext uri="{FF2B5EF4-FFF2-40B4-BE49-F238E27FC236}">
                    <a16:creationId xmlns:a16="http://schemas.microsoft.com/office/drawing/2014/main" id="{B3572485-C785-46E5-9EC4-01B81EABCEE0}"/>
                  </a:ext>
                </a:extLst>
              </p:cNvPr>
              <p:cNvCxnSpPr/>
              <p:nvPr userDrawn="1"/>
            </p:nvCxnSpPr>
            <p:spPr bwMode="gray">
              <a:xfrm>
                <a:off x="1776818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Gerade Verbindung 47">
                <a:extLst>
                  <a:ext uri="{FF2B5EF4-FFF2-40B4-BE49-F238E27FC236}">
                    <a16:creationId xmlns:a16="http://schemas.microsoft.com/office/drawing/2014/main" id="{E4347E90-9464-4D60-9E57-5B0ECCE48C90}"/>
                  </a:ext>
                </a:extLst>
              </p:cNvPr>
              <p:cNvCxnSpPr/>
              <p:nvPr userDrawn="1"/>
            </p:nvCxnSpPr>
            <p:spPr bwMode="gray">
              <a:xfrm>
                <a:off x="2575533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Gerade Verbindung 48">
                <a:extLst>
                  <a:ext uri="{FF2B5EF4-FFF2-40B4-BE49-F238E27FC236}">
                    <a16:creationId xmlns:a16="http://schemas.microsoft.com/office/drawing/2014/main" id="{3CE83C88-7E71-4A9E-8867-5117437291FF}"/>
                  </a:ext>
                </a:extLst>
              </p:cNvPr>
              <p:cNvCxnSpPr/>
              <p:nvPr userDrawn="1"/>
            </p:nvCxnSpPr>
            <p:spPr bwMode="gray">
              <a:xfrm>
                <a:off x="3374248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Gerade Verbindung 49">
                <a:extLst>
                  <a:ext uri="{FF2B5EF4-FFF2-40B4-BE49-F238E27FC236}">
                    <a16:creationId xmlns:a16="http://schemas.microsoft.com/office/drawing/2014/main" id="{E04E6513-2F0B-4193-B625-A7BFAFE543AF}"/>
                  </a:ext>
                </a:extLst>
              </p:cNvPr>
              <p:cNvCxnSpPr/>
              <p:nvPr userDrawn="1"/>
            </p:nvCxnSpPr>
            <p:spPr bwMode="gray">
              <a:xfrm>
                <a:off x="4172963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Gerade Verbindung 50">
                <a:extLst>
                  <a:ext uri="{FF2B5EF4-FFF2-40B4-BE49-F238E27FC236}">
                    <a16:creationId xmlns:a16="http://schemas.microsoft.com/office/drawing/2014/main" id="{943D60F0-5068-401E-9DE5-7BFF97585808}"/>
                  </a:ext>
                </a:extLst>
              </p:cNvPr>
              <p:cNvCxnSpPr/>
              <p:nvPr userDrawn="1"/>
            </p:nvCxnSpPr>
            <p:spPr bwMode="gray">
              <a:xfrm>
                <a:off x="4971678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Gerade Verbindung 51">
                <a:extLst>
                  <a:ext uri="{FF2B5EF4-FFF2-40B4-BE49-F238E27FC236}">
                    <a16:creationId xmlns:a16="http://schemas.microsoft.com/office/drawing/2014/main" id="{4F36589E-4593-4DAB-BB53-40AF21E13C77}"/>
                  </a:ext>
                </a:extLst>
              </p:cNvPr>
              <p:cNvCxnSpPr/>
              <p:nvPr userDrawn="1"/>
            </p:nvCxnSpPr>
            <p:spPr bwMode="gray">
              <a:xfrm>
                <a:off x="5770393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Gerade Verbindung 52">
                <a:extLst>
                  <a:ext uri="{FF2B5EF4-FFF2-40B4-BE49-F238E27FC236}">
                    <a16:creationId xmlns:a16="http://schemas.microsoft.com/office/drawing/2014/main" id="{6A9A1BFF-00C5-4333-9C74-4DA3DAB7EA28}"/>
                  </a:ext>
                </a:extLst>
              </p:cNvPr>
              <p:cNvCxnSpPr/>
              <p:nvPr userDrawn="1"/>
            </p:nvCxnSpPr>
            <p:spPr bwMode="gray">
              <a:xfrm>
                <a:off x="6569108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Gerade Verbindung 53">
                <a:extLst>
                  <a:ext uri="{FF2B5EF4-FFF2-40B4-BE49-F238E27FC236}">
                    <a16:creationId xmlns:a16="http://schemas.microsoft.com/office/drawing/2014/main" id="{3C414E7E-A369-495B-9205-707BD6A7CA66}"/>
                  </a:ext>
                </a:extLst>
              </p:cNvPr>
              <p:cNvCxnSpPr/>
              <p:nvPr userDrawn="1"/>
            </p:nvCxnSpPr>
            <p:spPr bwMode="gray">
              <a:xfrm>
                <a:off x="7367823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Gerade Verbindung 54">
                <a:extLst>
                  <a:ext uri="{FF2B5EF4-FFF2-40B4-BE49-F238E27FC236}">
                    <a16:creationId xmlns:a16="http://schemas.microsoft.com/office/drawing/2014/main" id="{DD0B953B-7E7B-42AC-8BE4-D20203CDBD1B}"/>
                  </a:ext>
                </a:extLst>
              </p:cNvPr>
              <p:cNvCxnSpPr/>
              <p:nvPr userDrawn="1"/>
            </p:nvCxnSpPr>
            <p:spPr bwMode="gray">
              <a:xfrm>
                <a:off x="8166538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Gerade Verbindung 55">
                <a:extLst>
                  <a:ext uri="{FF2B5EF4-FFF2-40B4-BE49-F238E27FC236}">
                    <a16:creationId xmlns:a16="http://schemas.microsoft.com/office/drawing/2014/main" id="{0A6F3594-F3E3-41B6-B12A-286E74B6E073}"/>
                  </a:ext>
                </a:extLst>
              </p:cNvPr>
              <p:cNvCxnSpPr/>
              <p:nvPr userDrawn="1"/>
            </p:nvCxnSpPr>
            <p:spPr bwMode="gray">
              <a:xfrm>
                <a:off x="186532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Gerade Verbindung 56">
                <a:extLst>
                  <a:ext uri="{FF2B5EF4-FFF2-40B4-BE49-F238E27FC236}">
                    <a16:creationId xmlns:a16="http://schemas.microsoft.com/office/drawing/2014/main" id="{32989B52-4AF3-4C4A-B128-E96D66119237}"/>
                  </a:ext>
                </a:extLst>
              </p:cNvPr>
              <p:cNvCxnSpPr/>
              <p:nvPr userDrawn="1"/>
            </p:nvCxnSpPr>
            <p:spPr bwMode="gray">
              <a:xfrm>
                <a:off x="8959057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8" name="Gerade Verbindung 31">
              <a:extLst>
                <a:ext uri="{FF2B5EF4-FFF2-40B4-BE49-F238E27FC236}">
                  <a16:creationId xmlns:a16="http://schemas.microsoft.com/office/drawing/2014/main" id="{26C54A1F-E3F4-4A91-A9FC-8ED125EEA5CC}"/>
                </a:ext>
              </a:extLst>
            </p:cNvPr>
            <p:cNvCxnSpPr/>
            <p:nvPr userDrawn="1"/>
          </p:nvCxnSpPr>
          <p:spPr bwMode="gray">
            <a:xfrm rot="16200000">
              <a:off x="-191293" y="355441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Gerade Verbindung 32">
              <a:extLst>
                <a:ext uri="{FF2B5EF4-FFF2-40B4-BE49-F238E27FC236}">
                  <a16:creationId xmlns:a16="http://schemas.microsoft.com/office/drawing/2014/main" id="{A56F8845-9DFA-45A3-8663-3093DEDCAFB0}"/>
                </a:ext>
              </a:extLst>
            </p:cNvPr>
            <p:cNvCxnSpPr/>
            <p:nvPr userDrawn="1"/>
          </p:nvCxnSpPr>
          <p:spPr bwMode="gray">
            <a:xfrm rot="16200000">
              <a:off x="-191293" y="546385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Gerade Verbindung 33">
              <a:extLst>
                <a:ext uri="{FF2B5EF4-FFF2-40B4-BE49-F238E27FC236}">
                  <a16:creationId xmlns:a16="http://schemas.microsoft.com/office/drawing/2014/main" id="{EA44EB04-CF76-4710-8A46-3D75DDA783B1}"/>
                </a:ext>
              </a:extLst>
            </p:cNvPr>
            <p:cNvCxnSpPr/>
            <p:nvPr userDrawn="1"/>
          </p:nvCxnSpPr>
          <p:spPr bwMode="gray">
            <a:xfrm rot="16200000">
              <a:off x="-191293" y="4877118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Gerade Verbindung 34">
              <a:extLst>
                <a:ext uri="{FF2B5EF4-FFF2-40B4-BE49-F238E27FC236}">
                  <a16:creationId xmlns:a16="http://schemas.microsoft.com/office/drawing/2014/main" id="{A4218AAD-D050-46C4-BF7F-0EAB72FBB8FD}"/>
                </a:ext>
              </a:extLst>
            </p:cNvPr>
            <p:cNvCxnSpPr/>
            <p:nvPr userDrawn="1"/>
          </p:nvCxnSpPr>
          <p:spPr bwMode="gray">
            <a:xfrm rot="16200000">
              <a:off x="-191293" y="4685030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Gerade Verbindung 35">
              <a:extLst>
                <a:ext uri="{FF2B5EF4-FFF2-40B4-BE49-F238E27FC236}">
                  <a16:creationId xmlns:a16="http://schemas.microsoft.com/office/drawing/2014/main" id="{64C5EC51-0E84-4B29-B282-FA0B6E529ED8}"/>
                </a:ext>
              </a:extLst>
            </p:cNvPr>
            <p:cNvCxnSpPr/>
            <p:nvPr userDrawn="1"/>
          </p:nvCxnSpPr>
          <p:spPr bwMode="gray">
            <a:xfrm rot="16200000">
              <a:off x="9343232" y="353060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Gerade Verbindung 36">
              <a:extLst>
                <a:ext uri="{FF2B5EF4-FFF2-40B4-BE49-F238E27FC236}">
                  <a16:creationId xmlns:a16="http://schemas.microsoft.com/office/drawing/2014/main" id="{424B211F-F435-43ED-A123-A109D52A35CE}"/>
                </a:ext>
              </a:extLst>
            </p:cNvPr>
            <p:cNvCxnSpPr/>
            <p:nvPr userDrawn="1"/>
          </p:nvCxnSpPr>
          <p:spPr bwMode="gray">
            <a:xfrm rot="16200000">
              <a:off x="9343232" y="546386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Gerade Verbindung 37">
              <a:extLst>
                <a:ext uri="{FF2B5EF4-FFF2-40B4-BE49-F238E27FC236}">
                  <a16:creationId xmlns:a16="http://schemas.microsoft.com/office/drawing/2014/main" id="{6116A258-EC70-4C9C-BBA6-1F7F9945E207}"/>
                </a:ext>
              </a:extLst>
            </p:cNvPr>
            <p:cNvCxnSpPr/>
            <p:nvPr userDrawn="1"/>
          </p:nvCxnSpPr>
          <p:spPr bwMode="gray">
            <a:xfrm rot="16200000">
              <a:off x="9343232" y="4877118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Gerade Verbindung 38">
              <a:extLst>
                <a:ext uri="{FF2B5EF4-FFF2-40B4-BE49-F238E27FC236}">
                  <a16:creationId xmlns:a16="http://schemas.microsoft.com/office/drawing/2014/main" id="{D1F08203-9577-403E-A6A7-7B93CDDBC04D}"/>
                </a:ext>
              </a:extLst>
            </p:cNvPr>
            <p:cNvCxnSpPr/>
            <p:nvPr userDrawn="1"/>
          </p:nvCxnSpPr>
          <p:spPr bwMode="gray">
            <a:xfrm rot="16200000">
              <a:off x="9343232" y="4685030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Gerade Verbindung 39">
              <a:extLst>
                <a:ext uri="{FF2B5EF4-FFF2-40B4-BE49-F238E27FC236}">
                  <a16:creationId xmlns:a16="http://schemas.microsoft.com/office/drawing/2014/main" id="{EFC4D072-AB47-4EBB-9306-4E43A27D71EB}"/>
                </a:ext>
              </a:extLst>
            </p:cNvPr>
            <p:cNvCxnSpPr/>
            <p:nvPr userDrawn="1"/>
          </p:nvCxnSpPr>
          <p:spPr bwMode="gray">
            <a:xfrm rot="16200000">
              <a:off x="-191293" y="1179864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40">
              <a:extLst>
                <a:ext uri="{FF2B5EF4-FFF2-40B4-BE49-F238E27FC236}">
                  <a16:creationId xmlns:a16="http://schemas.microsoft.com/office/drawing/2014/main" id="{6B7D9705-B3FE-423F-8A32-60168EF90EAC}"/>
                </a:ext>
              </a:extLst>
            </p:cNvPr>
            <p:cNvCxnSpPr/>
            <p:nvPr userDrawn="1"/>
          </p:nvCxnSpPr>
          <p:spPr bwMode="gray">
            <a:xfrm rot="16200000">
              <a:off x="-191293" y="2348253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Gerade Verbindung 41">
              <a:extLst>
                <a:ext uri="{FF2B5EF4-FFF2-40B4-BE49-F238E27FC236}">
                  <a16:creationId xmlns:a16="http://schemas.microsoft.com/office/drawing/2014/main" id="{96B54ED8-32DE-466E-879E-66FB507045F3}"/>
                </a:ext>
              </a:extLst>
            </p:cNvPr>
            <p:cNvCxnSpPr/>
            <p:nvPr userDrawn="1"/>
          </p:nvCxnSpPr>
          <p:spPr bwMode="gray">
            <a:xfrm rot="16200000">
              <a:off x="-191293" y="3516642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Gerade Verbindung 42">
              <a:extLst>
                <a:ext uri="{FF2B5EF4-FFF2-40B4-BE49-F238E27FC236}">
                  <a16:creationId xmlns:a16="http://schemas.microsoft.com/office/drawing/2014/main" id="{118BFCBE-29BC-4711-B37D-7ACC74969575}"/>
                </a:ext>
              </a:extLst>
            </p:cNvPr>
            <p:cNvCxnSpPr/>
            <p:nvPr userDrawn="1"/>
          </p:nvCxnSpPr>
          <p:spPr bwMode="gray">
            <a:xfrm rot="16200000">
              <a:off x="9343232" y="1179864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Gerade Verbindung 43">
              <a:extLst>
                <a:ext uri="{FF2B5EF4-FFF2-40B4-BE49-F238E27FC236}">
                  <a16:creationId xmlns:a16="http://schemas.microsoft.com/office/drawing/2014/main" id="{7D44C11C-281A-46C7-B69A-943F4395C135}"/>
                </a:ext>
              </a:extLst>
            </p:cNvPr>
            <p:cNvCxnSpPr/>
            <p:nvPr userDrawn="1"/>
          </p:nvCxnSpPr>
          <p:spPr bwMode="gray">
            <a:xfrm rot="16200000">
              <a:off x="9343232" y="2348253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Gerade Verbindung 44">
              <a:extLst>
                <a:ext uri="{FF2B5EF4-FFF2-40B4-BE49-F238E27FC236}">
                  <a16:creationId xmlns:a16="http://schemas.microsoft.com/office/drawing/2014/main" id="{577DA62B-E076-466E-A98D-911001E39438}"/>
                </a:ext>
              </a:extLst>
            </p:cNvPr>
            <p:cNvCxnSpPr/>
            <p:nvPr userDrawn="1"/>
          </p:nvCxnSpPr>
          <p:spPr bwMode="gray">
            <a:xfrm rot="16200000">
              <a:off x="9343232" y="3516642"/>
              <a:ext cx="0" cy="16764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BDA93323-8474-4C09-9EB1-C678202B458B}"/>
                </a:ext>
              </a:extLst>
            </p:cNvPr>
            <p:cNvGrpSpPr/>
            <p:nvPr userDrawn="1"/>
          </p:nvGrpSpPr>
          <p:grpSpPr>
            <a:xfrm>
              <a:off x="186532" y="-292561"/>
              <a:ext cx="8772525" cy="167640"/>
              <a:chOff x="186532" y="-281940"/>
              <a:chExt cx="8772525" cy="708660"/>
            </a:xfrm>
          </p:grpSpPr>
          <p:cxnSp>
            <p:nvCxnSpPr>
              <p:cNvPr id="145" name="Gerade Verbindung 45">
                <a:extLst>
                  <a:ext uri="{FF2B5EF4-FFF2-40B4-BE49-F238E27FC236}">
                    <a16:creationId xmlns:a16="http://schemas.microsoft.com/office/drawing/2014/main" id="{06DC4ADA-EBA1-4706-A7F5-B331E37CF5CD}"/>
                  </a:ext>
                </a:extLst>
              </p:cNvPr>
              <p:cNvCxnSpPr/>
              <p:nvPr userDrawn="1"/>
            </p:nvCxnSpPr>
            <p:spPr bwMode="gray">
              <a:xfrm>
                <a:off x="978103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 Verbindung 46">
                <a:extLst>
                  <a:ext uri="{FF2B5EF4-FFF2-40B4-BE49-F238E27FC236}">
                    <a16:creationId xmlns:a16="http://schemas.microsoft.com/office/drawing/2014/main" id="{7D874114-BC2A-4E04-BD01-D4E898F8ACB1}"/>
                  </a:ext>
                </a:extLst>
              </p:cNvPr>
              <p:cNvCxnSpPr/>
              <p:nvPr userDrawn="1"/>
            </p:nvCxnSpPr>
            <p:spPr bwMode="gray">
              <a:xfrm>
                <a:off x="1776818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 Verbindung 47">
                <a:extLst>
                  <a:ext uri="{FF2B5EF4-FFF2-40B4-BE49-F238E27FC236}">
                    <a16:creationId xmlns:a16="http://schemas.microsoft.com/office/drawing/2014/main" id="{C066F1CA-9C16-4771-B889-B0919E50E8CE}"/>
                  </a:ext>
                </a:extLst>
              </p:cNvPr>
              <p:cNvCxnSpPr/>
              <p:nvPr userDrawn="1"/>
            </p:nvCxnSpPr>
            <p:spPr bwMode="gray">
              <a:xfrm>
                <a:off x="2575533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 Verbindung 48">
                <a:extLst>
                  <a:ext uri="{FF2B5EF4-FFF2-40B4-BE49-F238E27FC236}">
                    <a16:creationId xmlns:a16="http://schemas.microsoft.com/office/drawing/2014/main" id="{EF06DF6B-AA9A-4767-B8C8-CD59F912E5EF}"/>
                  </a:ext>
                </a:extLst>
              </p:cNvPr>
              <p:cNvCxnSpPr/>
              <p:nvPr userDrawn="1"/>
            </p:nvCxnSpPr>
            <p:spPr bwMode="gray">
              <a:xfrm>
                <a:off x="3374248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 Verbindung 49">
                <a:extLst>
                  <a:ext uri="{FF2B5EF4-FFF2-40B4-BE49-F238E27FC236}">
                    <a16:creationId xmlns:a16="http://schemas.microsoft.com/office/drawing/2014/main" id="{B8BFB74B-6BD9-4B5E-A3CA-8A1EFF7B9393}"/>
                  </a:ext>
                </a:extLst>
              </p:cNvPr>
              <p:cNvCxnSpPr/>
              <p:nvPr userDrawn="1"/>
            </p:nvCxnSpPr>
            <p:spPr bwMode="gray">
              <a:xfrm>
                <a:off x="4172963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 Verbindung 50">
                <a:extLst>
                  <a:ext uri="{FF2B5EF4-FFF2-40B4-BE49-F238E27FC236}">
                    <a16:creationId xmlns:a16="http://schemas.microsoft.com/office/drawing/2014/main" id="{DDD78520-7092-4574-9F7B-1F5FBA9A404C}"/>
                  </a:ext>
                </a:extLst>
              </p:cNvPr>
              <p:cNvCxnSpPr/>
              <p:nvPr userDrawn="1"/>
            </p:nvCxnSpPr>
            <p:spPr bwMode="gray">
              <a:xfrm>
                <a:off x="4971678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 Verbindung 51">
                <a:extLst>
                  <a:ext uri="{FF2B5EF4-FFF2-40B4-BE49-F238E27FC236}">
                    <a16:creationId xmlns:a16="http://schemas.microsoft.com/office/drawing/2014/main" id="{4C9F950E-9F8A-4178-B682-287C3E4393BA}"/>
                  </a:ext>
                </a:extLst>
              </p:cNvPr>
              <p:cNvCxnSpPr/>
              <p:nvPr userDrawn="1"/>
            </p:nvCxnSpPr>
            <p:spPr bwMode="gray">
              <a:xfrm>
                <a:off x="5770393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 Verbindung 52">
                <a:extLst>
                  <a:ext uri="{FF2B5EF4-FFF2-40B4-BE49-F238E27FC236}">
                    <a16:creationId xmlns:a16="http://schemas.microsoft.com/office/drawing/2014/main" id="{44CEB7E0-C951-41BC-9D3C-14C5797A33FA}"/>
                  </a:ext>
                </a:extLst>
              </p:cNvPr>
              <p:cNvCxnSpPr/>
              <p:nvPr userDrawn="1"/>
            </p:nvCxnSpPr>
            <p:spPr bwMode="gray">
              <a:xfrm>
                <a:off x="6569108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53">
                <a:extLst>
                  <a:ext uri="{FF2B5EF4-FFF2-40B4-BE49-F238E27FC236}">
                    <a16:creationId xmlns:a16="http://schemas.microsoft.com/office/drawing/2014/main" id="{9FEDEDB5-3588-424D-98DF-B3BA6B615255}"/>
                  </a:ext>
                </a:extLst>
              </p:cNvPr>
              <p:cNvCxnSpPr/>
              <p:nvPr userDrawn="1"/>
            </p:nvCxnSpPr>
            <p:spPr bwMode="gray">
              <a:xfrm>
                <a:off x="7367823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54">
                <a:extLst>
                  <a:ext uri="{FF2B5EF4-FFF2-40B4-BE49-F238E27FC236}">
                    <a16:creationId xmlns:a16="http://schemas.microsoft.com/office/drawing/2014/main" id="{38F87FFF-B97F-4913-AEE7-4FEB467019FC}"/>
                  </a:ext>
                </a:extLst>
              </p:cNvPr>
              <p:cNvCxnSpPr/>
              <p:nvPr userDrawn="1"/>
            </p:nvCxnSpPr>
            <p:spPr bwMode="gray">
              <a:xfrm>
                <a:off x="8166538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55">
                <a:extLst>
                  <a:ext uri="{FF2B5EF4-FFF2-40B4-BE49-F238E27FC236}">
                    <a16:creationId xmlns:a16="http://schemas.microsoft.com/office/drawing/2014/main" id="{395B9B29-7DCB-4E41-893F-361F926D55B8}"/>
                  </a:ext>
                </a:extLst>
              </p:cNvPr>
              <p:cNvCxnSpPr/>
              <p:nvPr userDrawn="1"/>
            </p:nvCxnSpPr>
            <p:spPr bwMode="gray">
              <a:xfrm>
                <a:off x="186532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56">
                <a:extLst>
                  <a:ext uri="{FF2B5EF4-FFF2-40B4-BE49-F238E27FC236}">
                    <a16:creationId xmlns:a16="http://schemas.microsoft.com/office/drawing/2014/main" id="{65A27F85-ECED-4F80-BB3D-6124425B81B0}"/>
                  </a:ext>
                </a:extLst>
              </p:cNvPr>
              <p:cNvCxnSpPr/>
              <p:nvPr userDrawn="1"/>
            </p:nvCxnSpPr>
            <p:spPr bwMode="gray">
              <a:xfrm>
                <a:off x="8959057" y="-281940"/>
                <a:ext cx="0" cy="708660"/>
              </a:xfrm>
              <a:prstGeom prst="line">
                <a:avLst/>
              </a:prstGeom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88CF733-9403-434B-859F-A78E8F743B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9688" y="86336"/>
            <a:ext cx="720000" cy="24929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0000"/>
              </a:lnSpc>
              <a:defRPr sz="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Type here if </a:t>
            </a:r>
          </a:p>
          <a:p>
            <a:r>
              <a:rPr lang="en-US" dirty="0"/>
              <a:t>add info needed </a:t>
            </a:r>
          </a:p>
          <a:p>
            <a:r>
              <a:rPr lang="en-US" dirty="0"/>
              <a:t>for every slide</a:t>
            </a:r>
          </a:p>
        </p:txBody>
      </p:sp>
      <p:sp>
        <p:nvSpPr>
          <p:cNvPr id="73" name="Fußzeilenplatzhalter 2">
            <a:extLst>
              <a:ext uri="{FF2B5EF4-FFF2-40B4-BE49-F238E27FC236}">
                <a16:creationId xmlns:a16="http://schemas.microsoft.com/office/drawing/2014/main" id="{6CD5B2C7-7146-420C-9B79-C2F58C8EC8B7}"/>
              </a:ext>
            </a:extLst>
          </p:cNvPr>
          <p:cNvSpPr txBox="1">
            <a:spLocks/>
          </p:cNvSpPr>
          <p:nvPr userDrawn="1"/>
        </p:nvSpPr>
        <p:spPr>
          <a:xfrm flipH="1">
            <a:off x="1035946" y="5003805"/>
            <a:ext cx="1506431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lang="de-DE" sz="600" b="1" kern="1200" cap="all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GB" b="1" cap="none" dirty="0" err="1"/>
              <a:t>gft.com</a:t>
            </a:r>
            <a:endParaRPr lang="en-GB" b="1" cap="none" dirty="0"/>
          </a:p>
        </p:txBody>
      </p:sp>
      <p:sp>
        <p:nvSpPr>
          <p:cNvPr id="74" name="Rechteck 50">
            <a:extLst>
              <a:ext uri="{FF2B5EF4-FFF2-40B4-BE49-F238E27FC236}">
                <a16:creationId xmlns:a16="http://schemas.microsoft.com/office/drawing/2014/main" id="{0FC7680B-C05B-42C6-A57D-773FA59824E0}"/>
              </a:ext>
            </a:extLst>
          </p:cNvPr>
          <p:cNvSpPr>
            <a:spLocks noChangeAspect="1"/>
          </p:cNvSpPr>
          <p:nvPr userDrawn="1"/>
        </p:nvSpPr>
        <p:spPr bwMode="gray">
          <a:xfrm rot="2700000">
            <a:off x="976762" y="5038862"/>
            <a:ext cx="32400" cy="32400"/>
          </a:xfrm>
          <a:custGeom>
            <a:avLst/>
            <a:gdLst/>
            <a:ahLst/>
            <a:cxnLst/>
            <a:rect l="l" t="t" r="r" b="b"/>
            <a:pathLst>
              <a:path w="379268" h="379268">
                <a:moveTo>
                  <a:pt x="0" y="0"/>
                </a:moveTo>
                <a:lnTo>
                  <a:pt x="379268" y="0"/>
                </a:lnTo>
                <a:lnTo>
                  <a:pt x="379268" y="379268"/>
                </a:lnTo>
                <a:lnTo>
                  <a:pt x="250681" y="379268"/>
                </a:lnTo>
                <a:lnTo>
                  <a:pt x="250681" y="128587"/>
                </a:lnTo>
                <a:lnTo>
                  <a:pt x="0" y="128587"/>
                </a:ln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</p:spTree>
    <p:custDataLst>
      <p:tags r:id="rId3"/>
    </p:custDataLst>
    <p:extLst>
      <p:ext uri="{BB962C8B-B14F-4D97-AF65-F5344CB8AC3E}">
        <p14:creationId xmlns:p14="http://schemas.microsoft.com/office/powerpoint/2010/main" val="12198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1000" b="1" kern="1200" dirty="0">
          <a:solidFill>
            <a:schemeClr val="tx1"/>
          </a:solidFill>
          <a:latin typeface="+mn-lt"/>
          <a:ea typeface="Geneva" pitchFamily="-128" charset="-128"/>
          <a:cs typeface="+mj-cs"/>
        </a:defRPr>
      </a:lvl1pPr>
    </p:titleStyle>
    <p:bodyStyle>
      <a:lvl1pPr marL="177800" marR="0" indent="-177800" algn="l" defTabSz="685800" rtl="0" eaLnBrk="1" fontAlgn="base" latinLnBrk="0" hangingPunct="1">
        <a:lnSpc>
          <a:spcPct val="100000"/>
        </a:lnSpc>
        <a:spcBef>
          <a:spcPts val="300"/>
        </a:spcBef>
        <a:spcAft>
          <a:spcPct val="0"/>
        </a:spcAft>
        <a:buClr>
          <a:srgbClr val="000000"/>
        </a:buClr>
        <a:buSzTx/>
        <a:buFont typeface="Wingdings" panose="05000000000000000000" pitchFamily="2" charset="2"/>
        <a:buChar char="§"/>
        <a:tabLst/>
        <a:defRPr lang="de-DE" sz="800" b="0" kern="1200" smtClean="0">
          <a:solidFill>
            <a:schemeClr val="tx1"/>
          </a:solidFill>
          <a:latin typeface="+mn-lt"/>
          <a:ea typeface="Geneva" pitchFamily="-128" charset="-128"/>
          <a:cs typeface="+mn-cs"/>
        </a:defRPr>
      </a:lvl1pPr>
      <a:lvl2pPr marL="361950" marR="0" indent="-184150" algn="l" defTabSz="685800" rtl="0" eaLnBrk="1" fontAlgn="base" latinLnBrk="0" hangingPunct="1">
        <a:lnSpc>
          <a:spcPct val="100000"/>
        </a:lnSpc>
        <a:spcBef>
          <a:spcPts val="300"/>
        </a:spcBef>
        <a:spcAft>
          <a:spcPct val="0"/>
        </a:spcAft>
        <a:buClr>
          <a:srgbClr val="000000"/>
        </a:buClr>
        <a:buSzTx/>
        <a:buFont typeface="Wingdings" panose="05000000000000000000" pitchFamily="2" charset="2"/>
        <a:buChar char="§"/>
        <a:tabLst/>
        <a:defRPr lang="de-DE" sz="800" b="0" kern="1200" smtClean="0">
          <a:solidFill>
            <a:schemeClr val="tx1"/>
          </a:solidFill>
          <a:latin typeface="+mn-lt"/>
          <a:ea typeface="Geneva" pitchFamily="-128" charset="-128"/>
          <a:cs typeface="+mn-cs"/>
        </a:defRPr>
      </a:lvl2pPr>
      <a:lvl3pPr marL="539750" marR="0" indent="-177800" algn="l" defTabSz="685800" rtl="0" eaLnBrk="1" fontAlgn="base" latinLnBrk="0" hangingPunct="1">
        <a:lnSpc>
          <a:spcPct val="100000"/>
        </a:lnSpc>
        <a:spcBef>
          <a:spcPts val="300"/>
        </a:spcBef>
        <a:spcAft>
          <a:spcPct val="0"/>
        </a:spcAft>
        <a:buClr>
          <a:srgbClr val="000000"/>
        </a:buClr>
        <a:buSzTx/>
        <a:buFont typeface="Wingdings" panose="05000000000000000000" pitchFamily="2" charset="2"/>
        <a:buChar char="§"/>
        <a:tabLst/>
        <a:defRPr lang="de-DE" sz="800" b="0" kern="1200" baseline="0" smtClean="0">
          <a:solidFill>
            <a:schemeClr val="tx1"/>
          </a:solidFill>
          <a:latin typeface="+mn-lt"/>
          <a:ea typeface="Geneva" pitchFamily="-128" charset="-128"/>
          <a:cs typeface="+mn-cs"/>
        </a:defRPr>
      </a:lvl3pPr>
      <a:lvl4pPr marL="717550" marR="0" indent="-177800" algn="l" defTabSz="685800" rtl="0" eaLnBrk="1" fontAlgn="base" latinLnBrk="0" hangingPunct="1">
        <a:lnSpc>
          <a:spcPct val="100000"/>
        </a:lnSpc>
        <a:spcBef>
          <a:spcPts val="300"/>
        </a:spcBef>
        <a:spcAft>
          <a:spcPct val="0"/>
        </a:spcAft>
        <a:buClr>
          <a:srgbClr val="000000"/>
        </a:buClr>
        <a:buSzTx/>
        <a:buFont typeface="Wingdings" panose="05000000000000000000" pitchFamily="2" charset="2"/>
        <a:buChar char="§"/>
        <a:tabLst/>
        <a:defRPr lang="de-DE" sz="800" b="0" kern="1200" smtClean="0">
          <a:solidFill>
            <a:schemeClr val="tx1"/>
          </a:solidFill>
          <a:latin typeface="+mn-lt"/>
          <a:ea typeface="Geneva" pitchFamily="-128" charset="-128"/>
          <a:cs typeface="+mn-cs"/>
        </a:defRPr>
      </a:lvl4pPr>
      <a:lvl5pPr marL="895350" marR="0" indent="-177800" algn="l" defTabSz="685800" rtl="0" eaLnBrk="1" fontAlgn="base" latinLnBrk="0" hangingPunct="1">
        <a:lnSpc>
          <a:spcPct val="100000"/>
        </a:lnSpc>
        <a:spcBef>
          <a:spcPts val="300"/>
        </a:spcBef>
        <a:spcAft>
          <a:spcPct val="0"/>
        </a:spcAft>
        <a:buClr>
          <a:srgbClr val="000000"/>
        </a:buClr>
        <a:buSzTx/>
        <a:buFont typeface="Wingdings" panose="05000000000000000000" pitchFamily="2" charset="2"/>
        <a:buChar char="§"/>
        <a:tabLst/>
        <a:defRPr lang="de-DE" sz="800" b="0" kern="1200" baseline="0">
          <a:solidFill>
            <a:schemeClr val="tx1"/>
          </a:solidFill>
          <a:latin typeface="+mn-lt"/>
          <a:ea typeface="Geneva" pitchFamily="-128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30" userDrawn="1">
          <p15:clr>
            <a:srgbClr val="F26B43"/>
          </p15:clr>
        </p15:guide>
        <p15:guide id="2" pos="117" userDrawn="1">
          <p15:clr>
            <a:srgbClr val="F26B43"/>
          </p15:clr>
        </p15:guide>
        <p15:guide id="3" pos="5643" userDrawn="1">
          <p15:clr>
            <a:srgbClr val="F26B43"/>
          </p15:clr>
        </p15:guide>
        <p15:guide id="4" pos="615" userDrawn="1">
          <p15:clr>
            <a:srgbClr val="F26B43"/>
          </p15:clr>
        </p15:guide>
        <p15:guide id="5" pos="1119" userDrawn="1">
          <p15:clr>
            <a:srgbClr val="F26B43"/>
          </p15:clr>
        </p15:guide>
        <p15:guide id="6" pos="1622" userDrawn="1">
          <p15:clr>
            <a:srgbClr val="F26B43"/>
          </p15:clr>
        </p15:guide>
        <p15:guide id="7" pos="2124" userDrawn="1">
          <p15:clr>
            <a:srgbClr val="F26B43"/>
          </p15:clr>
        </p15:guide>
        <p15:guide id="8" pos="2628" userDrawn="1">
          <p15:clr>
            <a:srgbClr val="F26B43"/>
          </p15:clr>
        </p15:guide>
        <p15:guide id="9" pos="3132" userDrawn="1">
          <p15:clr>
            <a:srgbClr val="F26B43"/>
          </p15:clr>
        </p15:guide>
        <p15:guide id="10" pos="3635" userDrawn="1">
          <p15:clr>
            <a:srgbClr val="F26B43"/>
          </p15:clr>
        </p15:guide>
        <p15:guide id="11" pos="4137" userDrawn="1">
          <p15:clr>
            <a:srgbClr val="F26B43"/>
          </p15:clr>
        </p15:guide>
        <p15:guide id="12" pos="5144" userDrawn="1">
          <p15:clr>
            <a:srgbClr val="F26B43"/>
          </p15:clr>
        </p15:guide>
        <p15:guide id="13" pos="4640" userDrawn="1">
          <p15:clr>
            <a:srgbClr val="F26B43"/>
          </p15:clr>
        </p15:guide>
        <p15:guide id="15" orient="horz" pos="276" userDrawn="1">
          <p15:clr>
            <a:srgbClr val="F26B43"/>
          </p15:clr>
        </p15:guide>
        <p15:guide id="16" orient="horz" pos="795" userDrawn="1">
          <p15:clr>
            <a:srgbClr val="F26B43"/>
          </p15:clr>
        </p15:guide>
        <p15:guide id="17" orient="horz" pos="2267" userDrawn="1">
          <p15:clr>
            <a:srgbClr val="F26B43"/>
          </p15:clr>
        </p15:guide>
        <p15:guide id="18" orient="horz" pos="3123" userDrawn="1">
          <p15:clr>
            <a:srgbClr val="F26B43"/>
          </p15:clr>
        </p15:guide>
        <p15:guide id="19" orient="horz" pos="395" userDrawn="1">
          <p15:clr>
            <a:srgbClr val="F26B43"/>
          </p15:clr>
        </p15:guide>
        <p15:guide id="20" orient="horz" pos="30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be.com/watch?v=RGeP7iBLNZA&amp;si=W9WJKTPRvFScMQur" TargetMode="External"/><Relationship Id="rId3" Type="http://schemas.openxmlformats.org/officeDocument/2006/relationships/tags" Target="../tags/tag9.xml"/><Relationship Id="rId7" Type="http://schemas.openxmlformats.org/officeDocument/2006/relationships/image" Target="../media/image2.emf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9" Type="http://schemas.openxmlformats.org/officeDocument/2006/relationships/hyperlink" Target="https://wiki.selfhtml.org/wiki/Web_Speech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ogressier.com/pwa-manifest-generator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EIMoz9pGRM" TargetMode="External"/><Relationship Id="rId2" Type="http://schemas.openxmlformats.org/officeDocument/2006/relationships/hyperlink" Target="https://app.netlify.com/drop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kt 21" hidden="1">
            <a:extLst>
              <a:ext uri="{FF2B5EF4-FFF2-40B4-BE49-F238E27FC236}">
                <a16:creationId xmlns:a16="http://schemas.microsoft.com/office/drawing/2014/main" id="{0A2AA2EA-1C65-402E-8FF5-0396BFBB6C0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27821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399" imgH="399" progId="TCLayout.ActiveDocument.1">
                  <p:embed/>
                </p:oleObj>
              </mc:Choice>
              <mc:Fallback>
                <p:oleObj name="think-cell Folie" r:id="rId6" imgW="399" imgH="39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hteck 20" hidden="1">
            <a:extLst>
              <a:ext uri="{FF2B5EF4-FFF2-40B4-BE49-F238E27FC236}">
                <a16:creationId xmlns:a16="http://schemas.microsoft.com/office/drawing/2014/main" id="{A99981F7-91D2-4FCC-BFAF-C610323F146F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000" b="1" dirty="0">
              <a:solidFill>
                <a:schemeClr val="tx1"/>
              </a:solidFill>
              <a:latin typeface="Arial" panose="020B0604020202020204" pitchFamily="34" charset="0"/>
              <a:ea typeface="Genev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dirty="0"/>
              <a:t>Links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"/>
          </p:nvPr>
        </p:nvSpPr>
        <p:spPr bwMode="gray"/>
        <p:txBody>
          <a:bodyPr/>
          <a:lstStyle/>
          <a:p>
            <a:fld id="{4C730A76-09ED-4D71-BCCA-11F43D2F1471}" type="datetime1">
              <a:rPr lang="en-GB" smtClean="0"/>
              <a:t>01/01/2026</a:t>
            </a:fld>
            <a:endParaRPr lang="en-GB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GB" dirty="0"/>
              <a:t>Apps </a:t>
            </a:r>
            <a:r>
              <a:rPr lang="en-GB" dirty="0" err="1"/>
              <a:t>bauen</a:t>
            </a:r>
            <a:r>
              <a:rPr lang="en-GB" dirty="0"/>
              <a:t>:</a:t>
            </a:r>
          </a:p>
          <a:p>
            <a:pPr lvl="1"/>
            <a:r>
              <a:rPr lang="en-US" u="sng" dirty="0">
                <a:hlinkClick r:id="rId8"/>
              </a:rPr>
              <a:t>https://youtube.com/watch?v=RGeP7iBLNZA&amp;si=W9WJKTPRvFScMQur</a:t>
            </a:r>
            <a:endParaRPr lang="en-US" dirty="0"/>
          </a:p>
          <a:p>
            <a:pPr lvl="1"/>
            <a:endParaRPr lang="en-GB" dirty="0"/>
          </a:p>
          <a:p>
            <a:r>
              <a:rPr lang="en-GB" dirty="0"/>
              <a:t>Text to Speech</a:t>
            </a:r>
          </a:p>
          <a:p>
            <a:pPr lvl="1"/>
            <a:r>
              <a:rPr lang="en-US" u="sng" dirty="0">
                <a:hlinkClick r:id="rId9"/>
              </a:rPr>
              <a:t>https://wiki.selfhtml.org/wiki/Web_Speech</a:t>
            </a:r>
            <a:endParaRPr lang="en-US" dirty="0"/>
          </a:p>
          <a:p>
            <a:pPr lvl="1"/>
            <a:endParaRPr lang="en-GB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4E4BFBF1-DEDA-43E5-B9D9-0A4A65F6C5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FBCDB8-E6E0-4F35-A896-DEDCFA44AF9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gray"/>
        <p:txBody>
          <a:bodyPr/>
          <a:lstStyle/>
          <a:p>
            <a:r>
              <a:rPr lang="en-GB" dirty="0"/>
              <a:t>Type here if  add info needed  for every slide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276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D71194-D449-0136-C158-E49FAFE6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Manifest-Generator</a:t>
            </a: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6D741DC-F9C8-D9A6-BA4F-D4D06CC87A6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685800"/>
            <a:fld id="{F083F41A-041A-4006-B4DB-57C47C38AE86}" type="datetime1">
              <a:rPr lang="en-GB" smtClean="0"/>
              <a:t>01/01/2026</a:t>
            </a:fld>
            <a:endParaRPr lang="en-GB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04923F-E984-A46B-89BE-60FB1F18C4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https://progressier.com/pwa-manifest-generator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410EE0F-33D5-B160-8D98-F992D172C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520BAB-91C6-39AE-2EAB-511DA604A07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Type here if  add info needed  for every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6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892FA-C92F-1139-F822-59DD4D0AC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App-Veröffentlichen</a:t>
            </a: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D03FBF-A5D0-4CA6-031E-7C36AD3FCF7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685800"/>
            <a:fld id="{F083F41A-041A-4006-B4DB-57C47C38AE86}" type="datetime1">
              <a:rPr lang="en-GB" smtClean="0"/>
              <a:t>01/01/2026</a:t>
            </a:fld>
            <a:endParaRPr lang="en-GB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E185315-D496-340A-9C29-CE54B1C98A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https://app.netlify.com/drop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Link </a:t>
            </a:r>
            <a:r>
              <a:rPr lang="en-US" dirty="0" err="1"/>
              <a:t>ans</a:t>
            </a:r>
            <a:r>
              <a:rPr lang="en-US" dirty="0"/>
              <a:t> Handy </a:t>
            </a:r>
            <a:r>
              <a:rPr lang="en-US" dirty="0" err="1"/>
              <a:t>schicken</a:t>
            </a:r>
            <a:endParaRPr lang="en-US" dirty="0"/>
          </a:p>
          <a:p>
            <a:r>
              <a:rPr lang="en-US" dirty="0" err="1"/>
              <a:t>Im</a:t>
            </a:r>
            <a:r>
              <a:rPr lang="en-US" dirty="0"/>
              <a:t> Chrome </a:t>
            </a:r>
            <a:r>
              <a:rPr lang="en-US" dirty="0" err="1"/>
              <a:t>öffnen</a:t>
            </a:r>
            <a:endParaRPr lang="en-US" dirty="0"/>
          </a:p>
          <a:p>
            <a:r>
              <a:rPr lang="en-US" dirty="0"/>
              <a:t>Auf die </a:t>
            </a:r>
            <a:r>
              <a:rPr lang="en-US" dirty="0" err="1"/>
              <a:t>drei</a:t>
            </a:r>
            <a:r>
              <a:rPr lang="en-US" dirty="0"/>
              <a:t> </a:t>
            </a:r>
            <a:r>
              <a:rPr lang="en-US" dirty="0" err="1"/>
              <a:t>Punkte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Zum </a:t>
            </a:r>
            <a:r>
              <a:rPr lang="en-US" dirty="0" err="1"/>
              <a:t>Startbildschirm</a:t>
            </a:r>
            <a:r>
              <a:rPr lang="en-US" dirty="0"/>
              <a:t> </a:t>
            </a:r>
            <a:r>
              <a:rPr lang="en-US" dirty="0" err="1"/>
              <a:t>hinzufügen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Netlify:</a:t>
            </a:r>
          </a:p>
          <a:p>
            <a:pPr lvl="1"/>
            <a:r>
              <a:rPr lang="en-US" dirty="0">
                <a:hlinkClick r:id="rId3"/>
              </a:rPr>
              <a:t>https://www.youtube.com/watch?v=MEIMoz9pGRM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3083CD3-C70F-C315-E0B8-4869E8D79C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B8612D-549A-016E-52F4-C52D2854FEF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Type here if  add info needed  for every slide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D139633-2438-A459-0F41-397940D67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593" y="1209832"/>
            <a:ext cx="2459368" cy="69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1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622675-C1E0-437B-BA78-24F4EEE68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07A1596-6C54-4DB1-A867-7FFFD7DDFF3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685800"/>
            <a:fld id="{F083F41A-041A-4006-B4DB-57C47C38AE86}" type="datetime1">
              <a:rPr lang="en-GB" smtClean="0"/>
              <a:t>01/01/2026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5B2F164-375C-4CD1-B3D5-9C5F49D9EA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36C4AE-B20B-465B-966B-1A35CFC3EA9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Type here if  add info needed  for every slide</a:t>
            </a:r>
            <a:endParaRPr lang="en-US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12F4F01-5220-46D0-A88F-6CE51484ECDF}"/>
              </a:ext>
            </a:extLst>
          </p:cNvPr>
          <p:cNvSpPr/>
          <p:nvPr/>
        </p:nvSpPr>
        <p:spPr>
          <a:xfrm>
            <a:off x="978102" y="2670533"/>
            <a:ext cx="859899" cy="369393"/>
          </a:xfrm>
          <a:prstGeom prst="rect">
            <a:avLst/>
          </a:prstGeom>
          <a:noFill/>
          <a:ln w="12700">
            <a:solidFill>
              <a:srgbClr val="CC1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de-CH" sz="1200" dirty="0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4BDAF62-69F1-4923-8D73-83F0B6BD3A09}"/>
              </a:ext>
            </a:extLst>
          </p:cNvPr>
          <p:cNvSpPr/>
          <p:nvPr/>
        </p:nvSpPr>
        <p:spPr>
          <a:xfrm>
            <a:off x="2346724" y="2690192"/>
            <a:ext cx="853854" cy="3300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>
            <a:spAutoFit/>
          </a:bodyPr>
          <a:lstStyle/>
          <a:p>
            <a:pPr algn="ctr"/>
            <a:endParaRPr lang="de-CH" sz="1200" dirty="0">
              <a:solidFill>
                <a:schemeClr val="bg1"/>
              </a:solidFill>
            </a:endParaRPr>
          </a:p>
        </p:txBody>
      </p:sp>
      <p:sp>
        <p:nvSpPr>
          <p:cNvPr id="11" name="Legende: Linie 10">
            <a:extLst>
              <a:ext uri="{FF2B5EF4-FFF2-40B4-BE49-F238E27FC236}">
                <a16:creationId xmlns:a16="http://schemas.microsoft.com/office/drawing/2014/main" id="{59492D52-A0AF-472B-AD64-6DABA93CFF1D}"/>
              </a:ext>
            </a:extLst>
          </p:cNvPr>
          <p:cNvSpPr/>
          <p:nvPr/>
        </p:nvSpPr>
        <p:spPr>
          <a:xfrm>
            <a:off x="3642487" y="2690224"/>
            <a:ext cx="1856942" cy="395869"/>
          </a:xfrm>
          <a:prstGeom prst="borderCallout1">
            <a:avLst>
              <a:gd name="adj1" fmla="val -13504"/>
              <a:gd name="adj2" fmla="val 28609"/>
              <a:gd name="adj3" fmla="val -109358"/>
              <a:gd name="adj4" fmla="val 10579"/>
            </a:avLst>
          </a:prstGeom>
          <a:solidFill>
            <a:srgbClr val="FDC800"/>
          </a:solidFill>
          <a:ln w="12700">
            <a:solidFill>
              <a:srgbClr val="FD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spAutoFit/>
          </a:bodyPr>
          <a:lstStyle/>
          <a:p>
            <a:r>
              <a:rPr lang="en-US" sz="700" dirty="0">
                <a:solidFill>
                  <a:schemeClr val="tx1"/>
                </a:solidFill>
              </a:rPr>
              <a:t>Policy “”: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chemeClr val="tx1"/>
                </a:solidFill>
              </a:rPr>
              <a:t>Permission:</a:t>
            </a:r>
            <a:endParaRPr lang="en-US" sz="7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chemeClr val="tx1"/>
                </a:solidFill>
              </a:rPr>
              <a:t>Context:</a:t>
            </a:r>
            <a:endParaRPr lang="en-US" sz="700" b="1" dirty="0">
              <a:solidFill>
                <a:schemeClr val="tx1"/>
              </a:solidFill>
            </a:endParaRPr>
          </a:p>
        </p:txBody>
      </p:sp>
      <p:sp>
        <p:nvSpPr>
          <p:cNvPr id="12" name="Legende: Linie 11">
            <a:extLst>
              <a:ext uri="{FF2B5EF4-FFF2-40B4-BE49-F238E27FC236}">
                <a16:creationId xmlns:a16="http://schemas.microsoft.com/office/drawing/2014/main" id="{00EE507B-310C-438D-92FC-D8063C10816F}"/>
              </a:ext>
            </a:extLst>
          </p:cNvPr>
          <p:cNvSpPr/>
          <p:nvPr/>
        </p:nvSpPr>
        <p:spPr>
          <a:xfrm>
            <a:off x="3642487" y="3189763"/>
            <a:ext cx="1856942" cy="180425"/>
          </a:xfrm>
          <a:prstGeom prst="borderCallout1">
            <a:avLst>
              <a:gd name="adj1" fmla="val 57894"/>
              <a:gd name="adj2" fmla="val -30358"/>
              <a:gd name="adj3" fmla="val 49639"/>
              <a:gd name="adj4" fmla="val -1249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spAutoFit/>
          </a:bodyPr>
          <a:lstStyle/>
          <a:p>
            <a:r>
              <a:rPr lang="en-US" sz="700" dirty="0" err="1">
                <a:solidFill>
                  <a:schemeClr val="bg1"/>
                </a:solidFill>
              </a:rPr>
              <a:t>Descripton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0" name="Legende: Linie 9">
            <a:extLst>
              <a:ext uri="{FF2B5EF4-FFF2-40B4-BE49-F238E27FC236}">
                <a16:creationId xmlns:a16="http://schemas.microsoft.com/office/drawing/2014/main" id="{683CDBC7-0141-4BE4-8870-39DA5B72BED5}"/>
              </a:ext>
            </a:extLst>
          </p:cNvPr>
          <p:cNvSpPr/>
          <p:nvPr/>
        </p:nvSpPr>
        <p:spPr>
          <a:xfrm>
            <a:off x="3642487" y="3522588"/>
            <a:ext cx="1856942" cy="180425"/>
          </a:xfrm>
          <a:prstGeom prst="borderCallout1">
            <a:avLst>
              <a:gd name="adj1" fmla="val 57894"/>
              <a:gd name="adj2" fmla="val -30358"/>
              <a:gd name="adj3" fmla="val 49639"/>
              <a:gd name="adj4" fmla="val -1249"/>
            </a:avLst>
          </a:prstGeom>
          <a:solidFill>
            <a:srgbClr val="CC1000"/>
          </a:solidFill>
          <a:ln w="12700">
            <a:solidFill>
              <a:srgbClr val="CC1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Questions</a:t>
            </a:r>
          </a:p>
        </p:txBody>
      </p:sp>
      <p:graphicFrame>
        <p:nvGraphicFramePr>
          <p:cNvPr id="13" name="Tabelle 33">
            <a:extLst>
              <a:ext uri="{FF2B5EF4-FFF2-40B4-BE49-F238E27FC236}">
                <a16:creationId xmlns:a16="http://schemas.microsoft.com/office/drawing/2014/main" id="{D8974599-78E2-485D-9FA4-1E35A151A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05269"/>
              </p:ext>
            </p:extLst>
          </p:nvPr>
        </p:nvGraphicFramePr>
        <p:xfrm>
          <a:off x="898657" y="1000916"/>
          <a:ext cx="3437459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5424">
                  <a:extLst>
                    <a:ext uri="{9D8B030D-6E8A-4147-A177-3AD203B41FA5}">
                      <a16:colId xmlns:a16="http://schemas.microsoft.com/office/drawing/2014/main" val="1787644991"/>
                    </a:ext>
                  </a:extLst>
                </a:gridCol>
                <a:gridCol w="2632035">
                  <a:extLst>
                    <a:ext uri="{9D8B030D-6E8A-4147-A177-3AD203B41FA5}">
                      <a16:colId xmlns:a16="http://schemas.microsoft.com/office/drawing/2014/main" val="3980796881"/>
                    </a:ext>
                  </a:extLst>
                </a:gridCol>
              </a:tblGrid>
              <a:tr h="134529">
                <a:tc>
                  <a:txBody>
                    <a:bodyPr/>
                    <a:lstStyle/>
                    <a:p>
                      <a:r>
                        <a:rPr lang="en-US" sz="600" b="1" noProof="0" dirty="0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noProof="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437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600" noProof="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de-CH" sz="600" b="0" kern="120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310534"/>
                  </a:ext>
                </a:extLst>
              </a:tr>
            </a:tbl>
          </a:graphicData>
        </a:graphic>
      </p:graphicFrame>
      <p:pic>
        <p:nvPicPr>
          <p:cNvPr id="14" name="Grafik 13" descr="Ein Bild, das Zeichnung, Uhr enthält.&#10;&#10;Automatisch generierte Beschreibung">
            <a:extLst>
              <a:ext uri="{FF2B5EF4-FFF2-40B4-BE49-F238E27FC236}">
                <a16:creationId xmlns:a16="http://schemas.microsoft.com/office/drawing/2014/main" id="{9C20D6EF-19A7-4FF6-BE22-ADF94BBEFB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125" y="1000916"/>
            <a:ext cx="863940" cy="46151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3947E0F9-E042-4158-BBA1-D19C15D597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486" y="962944"/>
            <a:ext cx="537462" cy="537462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33007780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SP_AGENDA" val="SectionNumber SlideNumber"/>
  <p:tag name="ARTICULATE_SLIDE_COUNT" val="18"/>
  <p:tag name="ARTICULATE_PROJECT_OPEN" val="0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DGo999ZRBWAmcbsQmJ32w"/>
</p:tagLst>
</file>

<file path=ppt/theme/theme1.xml><?xml version="1.0" encoding="utf-8"?>
<a:theme xmlns:a="http://schemas.openxmlformats.org/drawingml/2006/main" name="GFT_PPT_Template_16_9">
  <a:themeElements>
    <a:clrScheme name="GFT_colors_new">
      <a:dk1>
        <a:srgbClr val="000000"/>
      </a:dk1>
      <a:lt1>
        <a:sysClr val="window" lastClr="FFFFFF"/>
      </a:lt1>
      <a:dk2>
        <a:srgbClr val="4D4D4D"/>
      </a:dk2>
      <a:lt2>
        <a:srgbClr val="EDEDED"/>
      </a:lt2>
      <a:accent1>
        <a:srgbClr val="213E7F"/>
      </a:accent1>
      <a:accent2>
        <a:srgbClr val="0097D9"/>
      </a:accent2>
      <a:accent3>
        <a:srgbClr val="5082BE"/>
      </a:accent3>
      <a:accent4>
        <a:srgbClr val="59BBE6"/>
      </a:accent4>
      <a:accent5>
        <a:srgbClr val="969696"/>
      </a:accent5>
      <a:accent6>
        <a:srgbClr val="B9B9B9"/>
      </a:accent6>
      <a:hlink>
        <a:srgbClr val="213E7F"/>
      </a:hlink>
      <a:folHlink>
        <a:srgbClr val="0097D9"/>
      </a:folHlink>
    </a:clrScheme>
    <a:fontScheme name="GF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lIns="108000" tIns="108000" rIns="108000" bIns="108000" rtlCol="0" anchor="ctr"/>
      <a:lstStyle>
        <a:defPPr algn="ctr"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custClrLst>
    <a:custClr name="Orange">
      <a:srgbClr val="EC6601"/>
    </a:custClr>
    <a:custClr>
      <a:srgbClr val="FFFFFF"/>
    </a:custClr>
    <a:custClr>
      <a:srgbClr val="FFFFFF"/>
    </a:custClr>
    <a:custClr>
      <a:srgbClr val="FFFFFF"/>
    </a:custClr>
    <a:custClr name="Blue 40%">
      <a:srgbClr val="73ACE1"/>
    </a:custClr>
    <a:custClr name="Light Blue 40%">
      <a:srgbClr val="99D5F0"/>
    </a:custClr>
    <a:custClr>
      <a:srgbClr val="FFFFFF"/>
    </a:custClr>
    <a:custClr>
      <a:srgbClr val="FFFFFF"/>
    </a:custClr>
    <a:custClr>
      <a:srgbClr val="FFFFFF"/>
    </a:custClr>
    <a:custClr name="Red">
      <a:srgbClr val="CC1000"/>
    </a:custClr>
    <a:custClr name="Pink">
      <a:srgbClr val="B02786"/>
    </a:custClr>
    <a:custClr>
      <a:srgbClr val="FFFFFF"/>
    </a:custClr>
    <a:custClr>
      <a:srgbClr val="FFFFFF"/>
    </a:custClr>
    <a:custClr>
      <a:srgbClr val="FFFFFF"/>
    </a:custClr>
    <a:custClr name="Blue 25%">
      <a:srgbClr val="AAC8E6"/>
    </a:custClr>
    <a:custClr name="Light Blue 25%">
      <a:srgbClr val="BAE3F5"/>
    </a:custClr>
    <a:custClr>
      <a:srgbClr val="FFFFFF"/>
    </a:custClr>
    <a:custClr>
      <a:srgbClr val="FFFFFF"/>
    </a:custClr>
    <a:custClr>
      <a:srgbClr val="FFFFFF"/>
    </a:custClr>
    <a:custClr name="Yellow">
      <a:srgbClr val="FDC800"/>
    </a:custClr>
    <a:custClr name="Rose">
      <a:srgbClr val="EC628B"/>
    </a:custClr>
    <a:custClr>
      <a:srgbClr val="FFFFFF"/>
    </a:custClr>
    <a:custClr>
      <a:srgbClr val="FFFFFF"/>
    </a:custClr>
    <a:custClr>
      <a:srgbClr val="FFFFFF"/>
    </a:custClr>
    <a:custClr name="Background Blue">
      <a:srgbClr val="E1EBF5"/>
    </a:custClr>
    <a:custClr name="Background Light Blue">
      <a:srgbClr val="E3F4FB"/>
    </a:custClr>
    <a:custClr>
      <a:srgbClr val="FFFFFF"/>
    </a:custClr>
    <a:custClr>
      <a:srgbClr val="FFFFFF"/>
    </a:custClr>
    <a:custClr>
      <a:srgbClr val="FFFFFF"/>
    </a:custClr>
    <a:custClr name="Green">
      <a:srgbClr val="339C3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CDV-Jira.potx" id="{3264F56E-7265-4956-9651-E95D3B4B5C2B}" vid="{044CF6FA-5348-4903-9523-492EF5229458}"/>
    </a:ext>
  </a:extLst>
</a:theme>
</file>

<file path=ppt/theme/theme2.xml><?xml version="1.0" encoding="utf-8"?>
<a:theme xmlns:a="http://schemas.openxmlformats.org/drawingml/2006/main" name="Larissa">
  <a:themeElements>
    <a:clrScheme name="GFT_colors_new">
      <a:dk1>
        <a:srgbClr val="000000"/>
      </a:dk1>
      <a:lt1>
        <a:sysClr val="window" lastClr="FFFFFF"/>
      </a:lt1>
      <a:dk2>
        <a:srgbClr val="4D4D4D"/>
      </a:dk2>
      <a:lt2>
        <a:srgbClr val="EDEDED"/>
      </a:lt2>
      <a:accent1>
        <a:srgbClr val="213E7F"/>
      </a:accent1>
      <a:accent2>
        <a:srgbClr val="0097D9"/>
      </a:accent2>
      <a:accent3>
        <a:srgbClr val="0098B0"/>
      </a:accent3>
      <a:accent4>
        <a:srgbClr val="969696"/>
      </a:accent4>
      <a:accent5>
        <a:srgbClr val="B9B9B9"/>
      </a:accent5>
      <a:accent6>
        <a:srgbClr val="E6E6E6"/>
      </a:accent6>
      <a:hlink>
        <a:srgbClr val="213E7F"/>
      </a:hlink>
      <a:folHlink>
        <a:srgbClr val="0097D9"/>
      </a:folHlink>
    </a:clrScheme>
    <a:fontScheme name="GF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GFT_colors_new">
      <a:dk1>
        <a:srgbClr val="000000"/>
      </a:dk1>
      <a:lt1>
        <a:sysClr val="window" lastClr="FFFFFF"/>
      </a:lt1>
      <a:dk2>
        <a:srgbClr val="4D4D4D"/>
      </a:dk2>
      <a:lt2>
        <a:srgbClr val="EDEDED"/>
      </a:lt2>
      <a:accent1>
        <a:srgbClr val="213E7F"/>
      </a:accent1>
      <a:accent2>
        <a:srgbClr val="0097D9"/>
      </a:accent2>
      <a:accent3>
        <a:srgbClr val="0098B0"/>
      </a:accent3>
      <a:accent4>
        <a:srgbClr val="969696"/>
      </a:accent4>
      <a:accent5>
        <a:srgbClr val="B9B9B9"/>
      </a:accent5>
      <a:accent6>
        <a:srgbClr val="E6E6E6"/>
      </a:accent6>
      <a:hlink>
        <a:srgbClr val="213E7F"/>
      </a:hlink>
      <a:folHlink>
        <a:srgbClr val="0097D9"/>
      </a:folHlink>
    </a:clrScheme>
    <a:fontScheme name="GF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CDV-Jira</Template>
  <TotalTime>0</TotalTime>
  <Words>134</Words>
  <Application>Microsoft Office PowerPoint</Application>
  <PresentationFormat>Bildschirmpräsentation (16:9)</PresentationFormat>
  <Paragraphs>40</Paragraphs>
  <Slides>4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Wingdings</vt:lpstr>
      <vt:lpstr>GFT_PPT_Template_16_9</vt:lpstr>
      <vt:lpstr>think-cell Folie</vt:lpstr>
      <vt:lpstr>Links</vt:lpstr>
      <vt:lpstr>Manifest-Generator</vt:lpstr>
      <vt:lpstr>App-Veröffentlichen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Foerderer, Thomas</dc:creator>
  <cp:lastModifiedBy>Foerderer, Thomas</cp:lastModifiedBy>
  <cp:revision>6</cp:revision>
  <dcterms:created xsi:type="dcterms:W3CDTF">2026-01-01T15:08:47Z</dcterms:created>
  <dcterms:modified xsi:type="dcterms:W3CDTF">2026-01-01T16:25:12Z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10F26842-5C4B-49D6-9954-1FF7DA29193C</vt:lpwstr>
  </property>
  <property fmtid="{D5CDD505-2E9C-101B-9397-08002B2CF9AE}" pid="3" name="ArticulatePath">
    <vt:lpwstr>Präsentation3</vt:lpwstr>
  </property>
</Properties>
</file>